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Fira Sans Extra Condensed Medium"/>
      <p:regular r:id="rId31"/>
      <p:bold r:id="rId32"/>
      <p:italic r:id="rId33"/>
      <p:boldItalic r:id="rId34"/>
    </p:embeddedFont>
    <p:embeddedFont>
      <p:font typeface="Squada One"/>
      <p:regular r:id="rId35"/>
    </p:embeddedFont>
    <p:embeddedFont>
      <p:font typeface="Barlow Semi Condensed"/>
      <p:regular r:id="rId36"/>
      <p:bold r:id="rId37"/>
      <p:italic r:id="rId38"/>
      <p:boldItalic r:id="rId39"/>
    </p:embeddedFont>
    <p:embeddedFont>
      <p:font typeface="Roboto Slab Regular"/>
      <p:regular r:id="rId40"/>
      <p:bold r:id="rId41"/>
    </p:embeddedFont>
    <p:embeddedFont>
      <p:font typeface="Saira ExtraCondensed SemiBold"/>
      <p:regular r:id="rId42"/>
      <p:bold r:id="rId43"/>
    </p:embeddedFont>
    <p:embeddedFont>
      <p:font typeface="Saira ExtraCondensed Medium"/>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SlabRegular-regular.fntdata"/><Relationship Id="rId20" Type="http://schemas.openxmlformats.org/officeDocument/2006/relationships/slide" Target="slides/slide15.xml"/><Relationship Id="rId42" Type="http://schemas.openxmlformats.org/officeDocument/2006/relationships/font" Target="fonts/SairaExtraCondensedSemiBold-regular.fntdata"/><Relationship Id="rId41" Type="http://schemas.openxmlformats.org/officeDocument/2006/relationships/font" Target="fonts/RobotoSlabRegular-bold.fntdata"/><Relationship Id="rId22" Type="http://schemas.openxmlformats.org/officeDocument/2006/relationships/slide" Target="slides/slide17.xml"/><Relationship Id="rId44" Type="http://schemas.openxmlformats.org/officeDocument/2006/relationships/font" Target="fonts/SairaExtraCondensedMedium-regular.fntdata"/><Relationship Id="rId21" Type="http://schemas.openxmlformats.org/officeDocument/2006/relationships/slide" Target="slides/slide16.xml"/><Relationship Id="rId43" Type="http://schemas.openxmlformats.org/officeDocument/2006/relationships/font" Target="fonts/SairaExtraCondensedSemiBold-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SairaExtraCondensed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ExtraCondensedMedium-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FiraSansExtraCondensedMedium-italic.fntdata"/><Relationship Id="rId10" Type="http://schemas.openxmlformats.org/officeDocument/2006/relationships/slide" Target="slides/slide5.xml"/><Relationship Id="rId32" Type="http://schemas.openxmlformats.org/officeDocument/2006/relationships/font" Target="fonts/FiraSansExtraCondensedMedium-bold.fntdata"/><Relationship Id="rId13" Type="http://schemas.openxmlformats.org/officeDocument/2006/relationships/slide" Target="slides/slide8.xml"/><Relationship Id="rId35" Type="http://schemas.openxmlformats.org/officeDocument/2006/relationships/font" Target="fonts/SquadaOne-regular.fntdata"/><Relationship Id="rId12" Type="http://schemas.openxmlformats.org/officeDocument/2006/relationships/slide" Target="slides/slide7.xml"/><Relationship Id="rId34" Type="http://schemas.openxmlformats.org/officeDocument/2006/relationships/font" Target="fonts/FiraSansExtraCondensedMedium-boldItalic.fntdata"/><Relationship Id="rId15" Type="http://schemas.openxmlformats.org/officeDocument/2006/relationships/slide" Target="slides/slide10.xml"/><Relationship Id="rId37" Type="http://schemas.openxmlformats.org/officeDocument/2006/relationships/font" Target="fonts/BarlowSemiCondensed-bold.fntdata"/><Relationship Id="rId14" Type="http://schemas.openxmlformats.org/officeDocument/2006/relationships/slide" Target="slides/slide9.xml"/><Relationship Id="rId36" Type="http://schemas.openxmlformats.org/officeDocument/2006/relationships/font" Target="fonts/BarlowSemiCondensed-regular.fntdata"/><Relationship Id="rId17" Type="http://schemas.openxmlformats.org/officeDocument/2006/relationships/slide" Target="slides/slide12.xml"/><Relationship Id="rId39" Type="http://schemas.openxmlformats.org/officeDocument/2006/relationships/font" Target="fonts/BarlowSemiCondensed-boldItalic.fntdata"/><Relationship Id="rId16" Type="http://schemas.openxmlformats.org/officeDocument/2006/relationships/slide" Target="slides/slide11.xml"/><Relationship Id="rId38" Type="http://schemas.openxmlformats.org/officeDocument/2006/relationships/font" Target="fonts/BarlowSemiCondense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a0533f27f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a0533f27f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b9941afe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b9941afe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bc4731fc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9bc4731fc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a0533f27f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a0533f27f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a0533f27f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a0533f27f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bc4731fc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bc4731fc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bc4731fc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9bc4731fc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9bc4731fc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9bc4731fc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9bc4731fc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9bc4731fc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9bc4731fc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9bc4731fc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9bc4731fc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9bc4731fc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9bc4731fc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9bc4731fc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9bc4731fc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9bc4731fc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9bc4731fc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9bc4731fc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9bc4731fc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9bc4731fc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9bc4731fcb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9bc4731fc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9bc4731fc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9bc4731fc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9bc4731fcb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9bc4731fcb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9bc4731fcb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9bc4731fcb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9bc4731fc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9bc4731fc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9bc4731fcb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9bc4731fc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a0533f27fa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a0533f27fa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a0533f240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a0533f240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a0533f24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a0533f24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TLE OPENING" type="title">
  <p:cSld name="TITLE">
    <p:bg>
      <p:bgPr>
        <a:gradFill>
          <a:gsLst>
            <a:gs pos="0">
              <a:srgbClr val="10D6B6">
                <a:alpha val="70588"/>
              </a:srgbClr>
            </a:gs>
            <a:gs pos="100000">
              <a:srgbClr val="7337D4"/>
            </a:gs>
          </a:gsLst>
          <a:lin ang="0" scaled="0"/>
        </a:gradFill>
      </p:bgPr>
    </p:bg>
    <p:spTree>
      <p:nvGrpSpPr>
        <p:cNvPr id="9" name="Shape 9"/>
        <p:cNvGrpSpPr/>
        <p:nvPr/>
      </p:nvGrpSpPr>
      <p:grpSpPr>
        <a:xfrm>
          <a:off x="0" y="0"/>
          <a:ext cx="0" cy="0"/>
          <a:chOff x="0" y="0"/>
          <a:chExt cx="0" cy="0"/>
        </a:xfrm>
      </p:grpSpPr>
      <p:sp>
        <p:nvSpPr>
          <p:cNvPr id="10" name="Google Shape;10;p2"/>
          <p:cNvSpPr/>
          <p:nvPr/>
        </p:nvSpPr>
        <p:spPr>
          <a:xfrm>
            <a:off x="18639" y="1507984"/>
            <a:ext cx="176" cy="172"/>
          </a:xfrm>
          <a:custGeom>
            <a:rect b="b" l="l" r="r" t="t"/>
            <a:pathLst>
              <a:path extrusionOk="0" h="1" w="1">
                <a:moveTo>
                  <a:pt x="0" y="0"/>
                </a:moveTo>
                <a:lnTo>
                  <a:pt x="0" y="0"/>
                </a:ln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8639" y="2419108"/>
            <a:ext cx="176" cy="172"/>
          </a:xfrm>
          <a:custGeom>
            <a:rect b="b" l="l" r="r" t="t"/>
            <a:pathLst>
              <a:path extrusionOk="0" h="1" w="1">
                <a:moveTo>
                  <a:pt x="0" y="0"/>
                </a:moveTo>
                <a:lnTo>
                  <a:pt x="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a:off x="1144517" y="9122"/>
            <a:ext cx="176" cy="172"/>
          </a:xfrm>
          <a:custGeom>
            <a:rect b="b" l="l" r="r" t="t"/>
            <a:pathLst>
              <a:path extrusionOk="0" h="1" w="1">
                <a:moveTo>
                  <a:pt x="0" y="1"/>
                </a:moveTo>
                <a:lnTo>
                  <a:pt x="0" y="1"/>
                </a:lnTo>
                <a:lnTo>
                  <a:pt x="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txBox="1"/>
          <p:nvPr>
            <p:ph type="ctrTitle"/>
          </p:nvPr>
        </p:nvSpPr>
        <p:spPr>
          <a:xfrm flipH="1">
            <a:off x="1144850" y="2646075"/>
            <a:ext cx="3394200" cy="6705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6000"/>
              <a:buNone/>
              <a:defRPr sz="6000">
                <a:solidFill>
                  <a:srgbClr val="FFFFFF"/>
                </a:solidFill>
              </a:defRPr>
            </a:lvl1pPr>
            <a:lvl2pPr lvl="1" rtl="0">
              <a:spcBef>
                <a:spcPts val="0"/>
              </a:spcBef>
              <a:spcAft>
                <a:spcPts val="0"/>
              </a:spcAft>
              <a:buClr>
                <a:srgbClr val="FFFFFF"/>
              </a:buClr>
              <a:buSzPts val="5200"/>
              <a:buNone/>
              <a:defRPr sz="5200">
                <a:solidFill>
                  <a:srgbClr val="FFFFFF"/>
                </a:solidFill>
              </a:defRPr>
            </a:lvl2pPr>
            <a:lvl3pPr lvl="2" rtl="0">
              <a:spcBef>
                <a:spcPts val="0"/>
              </a:spcBef>
              <a:spcAft>
                <a:spcPts val="0"/>
              </a:spcAft>
              <a:buClr>
                <a:srgbClr val="FFFFFF"/>
              </a:buClr>
              <a:buSzPts val="5200"/>
              <a:buNone/>
              <a:defRPr sz="5200">
                <a:solidFill>
                  <a:srgbClr val="FFFFFF"/>
                </a:solidFill>
              </a:defRPr>
            </a:lvl3pPr>
            <a:lvl4pPr lvl="3" rtl="0">
              <a:spcBef>
                <a:spcPts val="0"/>
              </a:spcBef>
              <a:spcAft>
                <a:spcPts val="0"/>
              </a:spcAft>
              <a:buClr>
                <a:srgbClr val="FFFFFF"/>
              </a:buClr>
              <a:buSzPts val="5200"/>
              <a:buNone/>
              <a:defRPr sz="5200">
                <a:solidFill>
                  <a:srgbClr val="FFFFFF"/>
                </a:solidFill>
              </a:defRPr>
            </a:lvl4pPr>
            <a:lvl5pPr lvl="4" rtl="0">
              <a:spcBef>
                <a:spcPts val="0"/>
              </a:spcBef>
              <a:spcAft>
                <a:spcPts val="0"/>
              </a:spcAft>
              <a:buClr>
                <a:srgbClr val="FFFFFF"/>
              </a:buClr>
              <a:buSzPts val="5200"/>
              <a:buNone/>
              <a:defRPr sz="5200">
                <a:solidFill>
                  <a:srgbClr val="FFFFFF"/>
                </a:solidFill>
              </a:defRPr>
            </a:lvl5pPr>
            <a:lvl6pPr lvl="5" rtl="0">
              <a:spcBef>
                <a:spcPts val="0"/>
              </a:spcBef>
              <a:spcAft>
                <a:spcPts val="0"/>
              </a:spcAft>
              <a:buClr>
                <a:srgbClr val="FFFFFF"/>
              </a:buClr>
              <a:buSzPts val="5200"/>
              <a:buNone/>
              <a:defRPr sz="5200">
                <a:solidFill>
                  <a:srgbClr val="FFFFFF"/>
                </a:solidFill>
              </a:defRPr>
            </a:lvl6pPr>
            <a:lvl7pPr lvl="6" rtl="0">
              <a:spcBef>
                <a:spcPts val="0"/>
              </a:spcBef>
              <a:spcAft>
                <a:spcPts val="0"/>
              </a:spcAft>
              <a:buClr>
                <a:srgbClr val="FFFFFF"/>
              </a:buClr>
              <a:buSzPts val="5200"/>
              <a:buNone/>
              <a:defRPr sz="5200">
                <a:solidFill>
                  <a:srgbClr val="FFFFFF"/>
                </a:solidFill>
              </a:defRPr>
            </a:lvl7pPr>
            <a:lvl8pPr lvl="7" rtl="0">
              <a:spcBef>
                <a:spcPts val="0"/>
              </a:spcBef>
              <a:spcAft>
                <a:spcPts val="0"/>
              </a:spcAft>
              <a:buClr>
                <a:srgbClr val="FFFFFF"/>
              </a:buClr>
              <a:buSzPts val="5200"/>
              <a:buNone/>
              <a:defRPr sz="5200">
                <a:solidFill>
                  <a:srgbClr val="FFFFFF"/>
                </a:solidFill>
              </a:defRPr>
            </a:lvl8pPr>
            <a:lvl9pPr lvl="8" rtl="0">
              <a:spcBef>
                <a:spcPts val="0"/>
              </a:spcBef>
              <a:spcAft>
                <a:spcPts val="0"/>
              </a:spcAft>
              <a:buClr>
                <a:srgbClr val="FFFFFF"/>
              </a:buClr>
              <a:buSzPts val="5200"/>
              <a:buNone/>
              <a:defRPr sz="5200">
                <a:solidFill>
                  <a:srgbClr val="FFFFFF"/>
                </a:solidFill>
              </a:defRPr>
            </a:lvl9pPr>
          </a:lstStyle>
          <a:p/>
        </p:txBody>
      </p:sp>
      <p:sp>
        <p:nvSpPr>
          <p:cNvPr id="15" name="Google Shape;15;p2"/>
          <p:cNvSpPr txBox="1"/>
          <p:nvPr>
            <p:ph idx="1" type="subTitle"/>
          </p:nvPr>
        </p:nvSpPr>
        <p:spPr>
          <a:xfrm flipH="1">
            <a:off x="1144700" y="3316575"/>
            <a:ext cx="1934400" cy="67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None/>
              <a:defRPr sz="1400">
                <a:solidFill>
                  <a:srgbClr val="FFFFFF"/>
                </a:solidFill>
              </a:defRPr>
            </a:lvl1pPr>
            <a:lvl2pPr lvl="1" rtl="0">
              <a:lnSpc>
                <a:spcPct val="100000"/>
              </a:lnSpc>
              <a:spcBef>
                <a:spcPts val="0"/>
              </a:spcBef>
              <a:spcAft>
                <a:spcPts val="0"/>
              </a:spcAft>
              <a:buClr>
                <a:srgbClr val="FFFFFF"/>
              </a:buClr>
              <a:buSzPts val="1400"/>
              <a:buNone/>
              <a:defRPr sz="1400">
                <a:solidFill>
                  <a:srgbClr val="FFFFFF"/>
                </a:solidFill>
              </a:defRPr>
            </a:lvl2pPr>
            <a:lvl3pPr lvl="2" rtl="0">
              <a:lnSpc>
                <a:spcPct val="100000"/>
              </a:lnSpc>
              <a:spcBef>
                <a:spcPts val="0"/>
              </a:spcBef>
              <a:spcAft>
                <a:spcPts val="0"/>
              </a:spcAft>
              <a:buClr>
                <a:srgbClr val="FFFFFF"/>
              </a:buClr>
              <a:buSzPts val="1400"/>
              <a:buNone/>
              <a:defRPr sz="1400">
                <a:solidFill>
                  <a:srgbClr val="FFFFFF"/>
                </a:solidFill>
              </a:defRPr>
            </a:lvl3pPr>
            <a:lvl4pPr lvl="3" rtl="0">
              <a:lnSpc>
                <a:spcPct val="100000"/>
              </a:lnSpc>
              <a:spcBef>
                <a:spcPts val="0"/>
              </a:spcBef>
              <a:spcAft>
                <a:spcPts val="0"/>
              </a:spcAft>
              <a:buClr>
                <a:srgbClr val="FFFFFF"/>
              </a:buClr>
              <a:buSzPts val="1400"/>
              <a:buNone/>
              <a:defRPr sz="1400">
                <a:solidFill>
                  <a:srgbClr val="FFFFFF"/>
                </a:solidFill>
              </a:defRPr>
            </a:lvl4pPr>
            <a:lvl5pPr lvl="4" rtl="0">
              <a:lnSpc>
                <a:spcPct val="100000"/>
              </a:lnSpc>
              <a:spcBef>
                <a:spcPts val="0"/>
              </a:spcBef>
              <a:spcAft>
                <a:spcPts val="0"/>
              </a:spcAft>
              <a:buClr>
                <a:srgbClr val="FFFFFF"/>
              </a:buClr>
              <a:buSzPts val="1400"/>
              <a:buNone/>
              <a:defRPr sz="1400">
                <a:solidFill>
                  <a:srgbClr val="FFFFFF"/>
                </a:solidFill>
              </a:defRPr>
            </a:lvl5pPr>
            <a:lvl6pPr lvl="5" rtl="0">
              <a:lnSpc>
                <a:spcPct val="100000"/>
              </a:lnSpc>
              <a:spcBef>
                <a:spcPts val="0"/>
              </a:spcBef>
              <a:spcAft>
                <a:spcPts val="0"/>
              </a:spcAft>
              <a:buClr>
                <a:srgbClr val="FFFFFF"/>
              </a:buClr>
              <a:buSzPts val="1400"/>
              <a:buNone/>
              <a:defRPr sz="1400">
                <a:solidFill>
                  <a:srgbClr val="FFFFFF"/>
                </a:solidFill>
              </a:defRPr>
            </a:lvl6pPr>
            <a:lvl7pPr lvl="6" rtl="0">
              <a:lnSpc>
                <a:spcPct val="100000"/>
              </a:lnSpc>
              <a:spcBef>
                <a:spcPts val="0"/>
              </a:spcBef>
              <a:spcAft>
                <a:spcPts val="0"/>
              </a:spcAft>
              <a:buClr>
                <a:srgbClr val="FFFFFF"/>
              </a:buClr>
              <a:buSzPts val="1400"/>
              <a:buNone/>
              <a:defRPr sz="1400">
                <a:solidFill>
                  <a:srgbClr val="FFFFFF"/>
                </a:solidFill>
              </a:defRPr>
            </a:lvl7pPr>
            <a:lvl8pPr lvl="7" rtl="0">
              <a:lnSpc>
                <a:spcPct val="100000"/>
              </a:lnSpc>
              <a:spcBef>
                <a:spcPts val="0"/>
              </a:spcBef>
              <a:spcAft>
                <a:spcPts val="0"/>
              </a:spcAft>
              <a:buClr>
                <a:srgbClr val="FFFFFF"/>
              </a:buClr>
              <a:buSzPts val="1400"/>
              <a:buNone/>
              <a:defRPr sz="1400">
                <a:solidFill>
                  <a:srgbClr val="FFFFFF"/>
                </a:solidFill>
              </a:defRPr>
            </a:lvl8pPr>
            <a:lvl9pPr lvl="8" rtl="0">
              <a:lnSpc>
                <a:spcPct val="100000"/>
              </a:lnSpc>
              <a:spcBef>
                <a:spcPts val="0"/>
              </a:spcBef>
              <a:spcAft>
                <a:spcPts val="0"/>
              </a:spcAft>
              <a:buClr>
                <a:srgbClr val="FFFFFF"/>
              </a:buClr>
              <a:buSzPts val="1400"/>
              <a:buNone/>
              <a:defRPr sz="1400">
                <a:solidFill>
                  <a:srgbClr val="FFFFFF"/>
                </a:solidFill>
              </a:defRPr>
            </a:lvl9pPr>
          </a:lstStyle>
          <a:p/>
        </p:txBody>
      </p:sp>
      <p:cxnSp>
        <p:nvCxnSpPr>
          <p:cNvPr id="16" name="Google Shape;16;p2"/>
          <p:cNvCxnSpPr/>
          <p:nvPr/>
        </p:nvCxnSpPr>
        <p:spPr>
          <a:xfrm>
            <a:off x="1257850" y="3246250"/>
            <a:ext cx="4641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ype="titleOnly">
  <p:cSld name="TITLE_ONLY">
    <p:bg>
      <p:bgPr>
        <a:gradFill>
          <a:gsLst>
            <a:gs pos="0">
              <a:srgbClr val="10D6B6">
                <a:alpha val="70588"/>
              </a:srgbClr>
            </a:gs>
            <a:gs pos="100000">
              <a:srgbClr val="7337D4"/>
            </a:gs>
          </a:gsLst>
          <a:lin ang="0" scaled="0"/>
        </a:gradFill>
      </p:bgPr>
    </p:bg>
    <p:spTree>
      <p:nvGrpSpPr>
        <p:cNvPr id="17" name="Shape 17"/>
        <p:cNvGrpSpPr/>
        <p:nvPr/>
      </p:nvGrpSpPr>
      <p:grpSpPr>
        <a:xfrm>
          <a:off x="0" y="0"/>
          <a:ext cx="0" cy="0"/>
          <a:chOff x="0" y="0"/>
          <a:chExt cx="0" cy="0"/>
        </a:xfrm>
      </p:grpSpPr>
      <p:sp>
        <p:nvSpPr>
          <p:cNvPr id="18" name="Google Shape;18;p3"/>
          <p:cNvSpPr/>
          <p:nvPr/>
        </p:nvSpPr>
        <p:spPr>
          <a:xfrm>
            <a:off x="116550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4641650" y="1838375"/>
            <a:ext cx="3343800" cy="26841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 type="subTitle"/>
          </p:nvPr>
        </p:nvSpPr>
        <p:spPr>
          <a:xfrm>
            <a:off x="1552731" y="3050500"/>
            <a:ext cx="27972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sp>
        <p:nvSpPr>
          <p:cNvPr id="21" name="Google Shape;21;p3"/>
          <p:cNvSpPr txBox="1"/>
          <p:nvPr>
            <p:ph idx="2" type="subTitle"/>
          </p:nvPr>
        </p:nvSpPr>
        <p:spPr>
          <a:xfrm>
            <a:off x="4794050" y="3050500"/>
            <a:ext cx="27972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2" name="Google Shape;22;p3"/>
          <p:cNvSpPr txBox="1"/>
          <p:nvPr>
            <p:ph type="ctrTitle"/>
          </p:nvPr>
        </p:nvSpPr>
        <p:spPr>
          <a:xfrm>
            <a:off x="1552731" y="2457900"/>
            <a:ext cx="27972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3" name="Google Shape;23;p3"/>
          <p:cNvSpPr txBox="1"/>
          <p:nvPr>
            <p:ph idx="3" type="ctrTitle"/>
          </p:nvPr>
        </p:nvSpPr>
        <p:spPr>
          <a:xfrm>
            <a:off x="4794050" y="2457900"/>
            <a:ext cx="27972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1pPr>
            <a:lvl2pPr lvl="1"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2pPr>
            <a:lvl3pPr lvl="2"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3pPr>
            <a:lvl4pPr lvl="3"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4pPr>
            <a:lvl5pPr lvl="4"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5pPr>
            <a:lvl6pPr lvl="5"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6pPr>
            <a:lvl7pPr lvl="6"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7pPr>
            <a:lvl8pPr lvl="7"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8pPr>
            <a:lvl9pPr lvl="8" rtl="0" algn="ctr">
              <a:spcBef>
                <a:spcPts val="0"/>
              </a:spcBef>
              <a:spcAft>
                <a:spcPts val="0"/>
              </a:spcAft>
              <a:buClr>
                <a:srgbClr val="FFFFFF"/>
              </a:buClr>
              <a:buSzPts val="1800"/>
              <a:buFont typeface="Saira ExtraCondensed Medium"/>
              <a:buNone/>
              <a:defRPr sz="1800">
                <a:solidFill>
                  <a:srgbClr val="FFFFFF"/>
                </a:solidFill>
                <a:latin typeface="Saira ExtraCondensed Medium"/>
                <a:ea typeface="Saira ExtraCondensed Medium"/>
                <a:cs typeface="Saira ExtraCondensed Medium"/>
                <a:sym typeface="Saira ExtraCondensed Medium"/>
              </a:defRPr>
            </a:lvl9pPr>
          </a:lstStyle>
          <a:p/>
        </p:txBody>
      </p:sp>
      <p:sp>
        <p:nvSpPr>
          <p:cNvPr id="24" name="Google Shape;24;p3"/>
          <p:cNvSpPr txBox="1"/>
          <p:nvPr>
            <p:ph idx="4" type="ctrTitle"/>
          </p:nvPr>
        </p:nvSpPr>
        <p:spPr>
          <a:xfrm>
            <a:off x="1000125" y="134800"/>
            <a:ext cx="71439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25" name="Google Shape;25;p3"/>
          <p:cNvCxnSpPr>
            <a:stCxn id="24" idx="2"/>
          </p:cNvCxnSpPr>
          <p:nvPr/>
        </p:nvCxnSpPr>
        <p:spPr>
          <a:xfrm>
            <a:off x="457207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CUSTOM_1_1">
    <p:bg>
      <p:bgPr>
        <a:gradFill>
          <a:gsLst>
            <a:gs pos="0">
              <a:srgbClr val="10D6B6">
                <a:alpha val="70588"/>
              </a:srgbClr>
            </a:gs>
            <a:gs pos="100000">
              <a:srgbClr val="7337D4"/>
            </a:gs>
          </a:gsLst>
          <a:lin ang="0" scaled="0"/>
        </a:gradFill>
      </p:bgPr>
    </p:bg>
    <p:spTree>
      <p:nvGrpSpPr>
        <p:cNvPr id="26" name="Shape 26"/>
        <p:cNvGrpSpPr/>
        <p:nvPr/>
      </p:nvGrpSpPr>
      <p:grpSpPr>
        <a:xfrm>
          <a:off x="0" y="0"/>
          <a:ext cx="0" cy="0"/>
          <a:chOff x="0" y="0"/>
          <a:chExt cx="0" cy="0"/>
        </a:xfrm>
      </p:grpSpPr>
      <p:sp>
        <p:nvSpPr>
          <p:cNvPr id="27" name="Google Shape;27;p4"/>
          <p:cNvSpPr txBox="1"/>
          <p:nvPr>
            <p:ph type="ctrTitle"/>
          </p:nvPr>
        </p:nvSpPr>
        <p:spPr>
          <a:xfrm>
            <a:off x="2825950"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28" name="Google Shape;28;p4"/>
          <p:cNvSpPr txBox="1"/>
          <p:nvPr>
            <p:ph idx="1" type="subTitle"/>
          </p:nvPr>
        </p:nvSpPr>
        <p:spPr>
          <a:xfrm>
            <a:off x="303405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29" name="Google Shape;29;p4"/>
          <p:cNvSpPr txBox="1"/>
          <p:nvPr>
            <p:ph hasCustomPrompt="1" idx="2" type="title"/>
          </p:nvPr>
        </p:nvSpPr>
        <p:spPr>
          <a:xfrm>
            <a:off x="311041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0" name="Google Shape;30;p4"/>
          <p:cNvSpPr txBox="1"/>
          <p:nvPr>
            <p:ph idx="3" type="ctrTitle"/>
          </p:nvPr>
        </p:nvSpPr>
        <p:spPr>
          <a:xfrm>
            <a:off x="2826162"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1" name="Google Shape;31;p4"/>
          <p:cNvSpPr txBox="1"/>
          <p:nvPr>
            <p:ph idx="4" type="subTitle"/>
          </p:nvPr>
        </p:nvSpPr>
        <p:spPr>
          <a:xfrm>
            <a:off x="299895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2" name="Google Shape;32;p4"/>
          <p:cNvSpPr txBox="1"/>
          <p:nvPr>
            <p:ph hasCustomPrompt="1" idx="5" type="title"/>
          </p:nvPr>
        </p:nvSpPr>
        <p:spPr>
          <a:xfrm>
            <a:off x="311041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3" name="Google Shape;33;p4"/>
          <p:cNvSpPr txBox="1"/>
          <p:nvPr>
            <p:ph idx="6" type="ctrTitle"/>
          </p:nvPr>
        </p:nvSpPr>
        <p:spPr>
          <a:xfrm>
            <a:off x="4975625" y="15759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4" name="Google Shape;34;p4"/>
          <p:cNvSpPr txBox="1"/>
          <p:nvPr>
            <p:ph idx="7" type="subTitle"/>
          </p:nvPr>
        </p:nvSpPr>
        <p:spPr>
          <a:xfrm>
            <a:off x="5183500"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5" name="Google Shape;35;p4"/>
          <p:cNvSpPr txBox="1"/>
          <p:nvPr>
            <p:ph hasCustomPrompt="1" idx="8" type="title"/>
          </p:nvPr>
        </p:nvSpPr>
        <p:spPr>
          <a:xfrm>
            <a:off x="5259862"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4"/>
          <p:cNvSpPr txBox="1"/>
          <p:nvPr>
            <p:ph idx="9" type="ctrTitle"/>
          </p:nvPr>
        </p:nvSpPr>
        <p:spPr>
          <a:xfrm>
            <a:off x="49755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37" name="Google Shape;37;p4"/>
          <p:cNvSpPr txBox="1"/>
          <p:nvPr>
            <p:ph idx="13" type="subTitle"/>
          </p:nvPr>
        </p:nvSpPr>
        <p:spPr>
          <a:xfrm>
            <a:off x="5148400"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38" name="Google Shape;38;p4"/>
          <p:cNvSpPr txBox="1"/>
          <p:nvPr>
            <p:ph hasCustomPrompt="1" idx="14" type="title"/>
          </p:nvPr>
        </p:nvSpPr>
        <p:spPr>
          <a:xfrm>
            <a:off x="5259862"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4"/>
          <p:cNvSpPr txBox="1"/>
          <p:nvPr>
            <p:ph idx="15" type="ctrTitle"/>
          </p:nvPr>
        </p:nvSpPr>
        <p:spPr>
          <a:xfrm rot="-5400000">
            <a:off x="6378350" y="1583700"/>
            <a:ext cx="34875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40" name="Google Shape;40;p4"/>
          <p:cNvCxnSpPr/>
          <p:nvPr/>
        </p:nvCxnSpPr>
        <p:spPr>
          <a:xfrm>
            <a:off x="8541292" y="-14700"/>
            <a:ext cx="0" cy="3669000"/>
          </a:xfrm>
          <a:prstGeom prst="straightConnector1">
            <a:avLst/>
          </a:prstGeom>
          <a:noFill/>
          <a:ln cap="flat" cmpd="sng" w="28575">
            <a:solidFill>
              <a:srgbClr val="FFFFFF"/>
            </a:solidFill>
            <a:prstDash val="solid"/>
            <a:round/>
            <a:headEnd len="med" w="med" type="none"/>
            <a:tailEnd len="med" w="med" type="none"/>
          </a:ln>
        </p:spPr>
      </p:cxnSp>
      <p:sp>
        <p:nvSpPr>
          <p:cNvPr id="41" name="Google Shape;41;p4"/>
          <p:cNvSpPr txBox="1"/>
          <p:nvPr>
            <p:ph idx="16" type="ctrTitle"/>
          </p:nvPr>
        </p:nvSpPr>
        <p:spPr>
          <a:xfrm>
            <a:off x="606175" y="1575950"/>
            <a:ext cx="23928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2" name="Google Shape;42;p4"/>
          <p:cNvSpPr txBox="1"/>
          <p:nvPr>
            <p:ph idx="17" type="subTitle"/>
          </p:nvPr>
        </p:nvSpPr>
        <p:spPr>
          <a:xfrm>
            <a:off x="849375" y="2037397"/>
            <a:ext cx="1906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3" name="Google Shape;43;p4"/>
          <p:cNvSpPr txBox="1"/>
          <p:nvPr>
            <p:ph hasCustomPrompt="1" idx="18" type="title"/>
          </p:nvPr>
        </p:nvSpPr>
        <p:spPr>
          <a:xfrm>
            <a:off x="925737" y="1059178"/>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4" name="Google Shape;44;p4"/>
          <p:cNvSpPr txBox="1"/>
          <p:nvPr>
            <p:ph idx="19" type="ctrTitle"/>
          </p:nvPr>
        </p:nvSpPr>
        <p:spPr>
          <a:xfrm>
            <a:off x="641487" y="3255050"/>
            <a:ext cx="2322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rgbClr val="FFFFFF"/>
                </a:solidFill>
              </a:defRPr>
            </a:lvl1pPr>
            <a:lvl2pPr lvl="1" rtl="0" algn="ctr">
              <a:spcBef>
                <a:spcPts val="0"/>
              </a:spcBef>
              <a:spcAft>
                <a:spcPts val="0"/>
              </a:spcAft>
              <a:buClr>
                <a:srgbClr val="FFFFFF"/>
              </a:buClr>
              <a:buSzPts val="1600"/>
              <a:buNone/>
              <a:defRPr sz="1600">
                <a:solidFill>
                  <a:srgbClr val="FFFFFF"/>
                </a:solidFill>
              </a:defRPr>
            </a:lvl2pPr>
            <a:lvl3pPr lvl="2" rtl="0" algn="ctr">
              <a:spcBef>
                <a:spcPts val="0"/>
              </a:spcBef>
              <a:spcAft>
                <a:spcPts val="0"/>
              </a:spcAft>
              <a:buClr>
                <a:srgbClr val="FFFFFF"/>
              </a:buClr>
              <a:buSzPts val="1600"/>
              <a:buNone/>
              <a:defRPr sz="1600">
                <a:solidFill>
                  <a:srgbClr val="FFFFFF"/>
                </a:solidFill>
              </a:defRPr>
            </a:lvl3pPr>
            <a:lvl4pPr lvl="3" rtl="0" algn="ctr">
              <a:spcBef>
                <a:spcPts val="0"/>
              </a:spcBef>
              <a:spcAft>
                <a:spcPts val="0"/>
              </a:spcAft>
              <a:buClr>
                <a:srgbClr val="FFFFFF"/>
              </a:buClr>
              <a:buSzPts val="1600"/>
              <a:buNone/>
              <a:defRPr sz="1600">
                <a:solidFill>
                  <a:srgbClr val="FFFFFF"/>
                </a:solidFill>
              </a:defRPr>
            </a:lvl4pPr>
            <a:lvl5pPr lvl="4" rtl="0" algn="ctr">
              <a:spcBef>
                <a:spcPts val="0"/>
              </a:spcBef>
              <a:spcAft>
                <a:spcPts val="0"/>
              </a:spcAft>
              <a:buClr>
                <a:srgbClr val="FFFFFF"/>
              </a:buClr>
              <a:buSzPts val="1600"/>
              <a:buNone/>
              <a:defRPr sz="1600">
                <a:solidFill>
                  <a:srgbClr val="FFFFFF"/>
                </a:solidFill>
              </a:defRPr>
            </a:lvl5pPr>
            <a:lvl6pPr lvl="5" rtl="0" algn="ctr">
              <a:spcBef>
                <a:spcPts val="0"/>
              </a:spcBef>
              <a:spcAft>
                <a:spcPts val="0"/>
              </a:spcAft>
              <a:buClr>
                <a:srgbClr val="FFFFFF"/>
              </a:buClr>
              <a:buSzPts val="1600"/>
              <a:buNone/>
              <a:defRPr sz="1600">
                <a:solidFill>
                  <a:srgbClr val="FFFFFF"/>
                </a:solidFill>
              </a:defRPr>
            </a:lvl6pPr>
            <a:lvl7pPr lvl="6" rtl="0" algn="ctr">
              <a:spcBef>
                <a:spcPts val="0"/>
              </a:spcBef>
              <a:spcAft>
                <a:spcPts val="0"/>
              </a:spcAft>
              <a:buClr>
                <a:srgbClr val="FFFFFF"/>
              </a:buClr>
              <a:buSzPts val="1600"/>
              <a:buNone/>
              <a:defRPr sz="1600">
                <a:solidFill>
                  <a:srgbClr val="FFFFFF"/>
                </a:solidFill>
              </a:defRPr>
            </a:lvl7pPr>
            <a:lvl8pPr lvl="7" rtl="0" algn="ctr">
              <a:spcBef>
                <a:spcPts val="0"/>
              </a:spcBef>
              <a:spcAft>
                <a:spcPts val="0"/>
              </a:spcAft>
              <a:buClr>
                <a:srgbClr val="FFFFFF"/>
              </a:buClr>
              <a:buSzPts val="1600"/>
              <a:buNone/>
              <a:defRPr sz="1600">
                <a:solidFill>
                  <a:srgbClr val="FFFFFF"/>
                </a:solidFill>
              </a:defRPr>
            </a:lvl8pPr>
            <a:lvl9pPr lvl="8" rtl="0" algn="ctr">
              <a:spcBef>
                <a:spcPts val="0"/>
              </a:spcBef>
              <a:spcAft>
                <a:spcPts val="0"/>
              </a:spcAft>
              <a:buClr>
                <a:srgbClr val="FFFFFF"/>
              </a:buClr>
              <a:buSzPts val="1600"/>
              <a:buNone/>
              <a:defRPr sz="1600">
                <a:solidFill>
                  <a:srgbClr val="FFFFFF"/>
                </a:solidFill>
              </a:defRPr>
            </a:lvl9pPr>
          </a:lstStyle>
          <a:p/>
        </p:txBody>
      </p:sp>
      <p:sp>
        <p:nvSpPr>
          <p:cNvPr id="45" name="Google Shape;45;p4"/>
          <p:cNvSpPr txBox="1"/>
          <p:nvPr>
            <p:ph idx="20" type="subTitle"/>
          </p:nvPr>
        </p:nvSpPr>
        <p:spPr>
          <a:xfrm>
            <a:off x="814275" y="3716497"/>
            <a:ext cx="19767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sp>
        <p:nvSpPr>
          <p:cNvPr id="46" name="Google Shape;46;p4"/>
          <p:cNvSpPr txBox="1"/>
          <p:nvPr>
            <p:ph hasCustomPrompt="1" idx="21" type="title"/>
          </p:nvPr>
        </p:nvSpPr>
        <p:spPr>
          <a:xfrm>
            <a:off x="925737" y="2738280"/>
            <a:ext cx="17538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47" name="Google Shape;47;p4"/>
          <p:cNvCxnSpPr/>
          <p:nvPr/>
        </p:nvCxnSpPr>
        <p:spPr>
          <a:xfrm>
            <a:off x="1089475" y="1712986"/>
            <a:ext cx="5795400" cy="0"/>
          </a:xfrm>
          <a:prstGeom prst="straightConnector1">
            <a:avLst/>
          </a:prstGeom>
          <a:noFill/>
          <a:ln cap="flat" cmpd="sng" w="28575">
            <a:solidFill>
              <a:srgbClr val="FFFFFF"/>
            </a:solidFill>
            <a:prstDash val="solid"/>
            <a:round/>
            <a:headEnd len="med" w="med" type="none"/>
            <a:tailEnd len="med" w="med" type="none"/>
          </a:ln>
        </p:spPr>
      </p:cxnSp>
      <p:cxnSp>
        <p:nvCxnSpPr>
          <p:cNvPr id="48" name="Google Shape;48;p4"/>
          <p:cNvCxnSpPr/>
          <p:nvPr/>
        </p:nvCxnSpPr>
        <p:spPr>
          <a:xfrm>
            <a:off x="1089475" y="3390061"/>
            <a:ext cx="57954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1">
  <p:cSld name="CUSTOM_1_1_1">
    <p:bg>
      <p:bgPr>
        <a:gradFill>
          <a:gsLst>
            <a:gs pos="0">
              <a:srgbClr val="10D6B6">
                <a:alpha val="70588"/>
              </a:srgbClr>
            </a:gs>
            <a:gs pos="100000">
              <a:srgbClr val="7337D4"/>
            </a:gs>
          </a:gsLst>
          <a:lin ang="0" scaled="0"/>
        </a:gradFill>
      </p:bgPr>
    </p:bg>
    <p:spTree>
      <p:nvGrpSpPr>
        <p:cNvPr id="49" name="Shape 49"/>
        <p:cNvGrpSpPr/>
        <p:nvPr/>
      </p:nvGrpSpPr>
      <p:grpSpPr>
        <a:xfrm>
          <a:off x="0" y="0"/>
          <a:ext cx="0" cy="0"/>
          <a:chOff x="0" y="0"/>
          <a:chExt cx="0" cy="0"/>
        </a:xfrm>
      </p:grpSpPr>
      <p:sp>
        <p:nvSpPr>
          <p:cNvPr id="50" name="Google Shape;50;p5"/>
          <p:cNvSpPr txBox="1"/>
          <p:nvPr>
            <p:ph hasCustomPrompt="1" type="title"/>
          </p:nvPr>
        </p:nvSpPr>
        <p:spPr>
          <a:xfrm>
            <a:off x="374450"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5"/>
          <p:cNvSpPr txBox="1"/>
          <p:nvPr>
            <p:ph idx="2" type="ctrTitle"/>
          </p:nvPr>
        </p:nvSpPr>
        <p:spPr>
          <a:xfrm>
            <a:off x="1868249"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52" name="Google Shape;52;p5"/>
          <p:cNvSpPr txBox="1"/>
          <p:nvPr>
            <p:ph idx="1" type="subTitle"/>
          </p:nvPr>
        </p:nvSpPr>
        <p:spPr>
          <a:xfrm>
            <a:off x="1868250" y="3180766"/>
            <a:ext cx="19065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53" name="Google Shape;53;p5"/>
          <p:cNvCxnSpPr/>
          <p:nvPr/>
        </p:nvCxnSpPr>
        <p:spPr>
          <a:xfrm>
            <a:off x="0"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3">
  <p:cSld name="CUSTOM_1_1_1_1">
    <p:bg>
      <p:bgPr>
        <a:gradFill>
          <a:gsLst>
            <a:gs pos="0">
              <a:srgbClr val="10D6B6">
                <a:alpha val="70588"/>
              </a:srgbClr>
            </a:gs>
            <a:gs pos="100000">
              <a:srgbClr val="7337D4"/>
            </a:gs>
          </a:gsLst>
          <a:lin ang="0" scaled="0"/>
        </a:gradFill>
      </p:bgPr>
    </p:bg>
    <p:spTree>
      <p:nvGrpSpPr>
        <p:cNvPr id="54" name="Shape 54"/>
        <p:cNvGrpSpPr/>
        <p:nvPr/>
      </p:nvGrpSpPr>
      <p:grpSpPr>
        <a:xfrm>
          <a:off x="0" y="0"/>
          <a:ext cx="0" cy="0"/>
          <a:chOff x="0" y="0"/>
          <a:chExt cx="0" cy="0"/>
        </a:xfrm>
      </p:grpSpPr>
      <p:sp>
        <p:nvSpPr>
          <p:cNvPr id="55" name="Google Shape;55;p6"/>
          <p:cNvSpPr txBox="1"/>
          <p:nvPr>
            <p:ph hasCustomPrompt="1" type="title"/>
          </p:nvPr>
        </p:nvSpPr>
        <p:spPr>
          <a:xfrm flipH="1">
            <a:off x="73248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56" name="Google Shape;56;p6"/>
          <p:cNvSpPr txBox="1"/>
          <p:nvPr>
            <p:ph idx="2" type="ctrTitle"/>
          </p:nvPr>
        </p:nvSpPr>
        <p:spPr>
          <a:xfrm flipH="1">
            <a:off x="39815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57" name="Google Shape;57;p6"/>
          <p:cNvSpPr txBox="1"/>
          <p:nvPr>
            <p:ph idx="1" type="subTitle"/>
          </p:nvPr>
        </p:nvSpPr>
        <p:spPr>
          <a:xfrm flipH="1">
            <a:off x="5369350" y="31807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58" name="Google Shape;58;p6"/>
          <p:cNvCxnSpPr/>
          <p:nvPr/>
        </p:nvCxnSpPr>
        <p:spPr>
          <a:xfrm rot="10800000">
            <a:off x="5123712" y="3079800"/>
            <a:ext cx="40203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4">
  <p:cSld name="CUSTOM_1_1_1_1_1">
    <p:bg>
      <p:bgPr>
        <a:gradFill>
          <a:gsLst>
            <a:gs pos="0">
              <a:srgbClr val="10D6B6">
                <a:alpha val="70588"/>
              </a:srgbClr>
            </a:gs>
            <a:gs pos="100000">
              <a:srgbClr val="7337D4"/>
            </a:gs>
          </a:gsLst>
          <a:lin ang="0" scaled="0"/>
        </a:gradFill>
      </p:bgPr>
    </p:bg>
    <p:spTree>
      <p:nvGrpSpPr>
        <p:cNvPr id="59" name="Shape 59"/>
        <p:cNvGrpSpPr/>
        <p:nvPr/>
      </p:nvGrpSpPr>
      <p:grpSpPr>
        <a:xfrm>
          <a:off x="0" y="0"/>
          <a:ext cx="0" cy="0"/>
          <a:chOff x="0" y="0"/>
          <a:chExt cx="0" cy="0"/>
        </a:xfrm>
      </p:grpSpPr>
      <p:sp>
        <p:nvSpPr>
          <p:cNvPr id="60" name="Google Shape;60;p7"/>
          <p:cNvSpPr txBox="1"/>
          <p:nvPr>
            <p:ph hasCustomPrompt="1" type="title"/>
          </p:nvPr>
        </p:nvSpPr>
        <p:spPr>
          <a:xfrm flipH="1">
            <a:off x="7477262" y="1858700"/>
            <a:ext cx="1444800" cy="1619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1" name="Google Shape;61;p7"/>
          <p:cNvSpPr txBox="1"/>
          <p:nvPr>
            <p:ph idx="2" type="ctrTitle"/>
          </p:nvPr>
        </p:nvSpPr>
        <p:spPr>
          <a:xfrm flipH="1">
            <a:off x="3829163" y="2540048"/>
            <a:ext cx="3294300" cy="577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1600"/>
              <a:buNone/>
              <a:defRPr sz="1600">
                <a:solidFill>
                  <a:srgbClr val="FFFFFF"/>
                </a:solidFill>
              </a:defRPr>
            </a:lvl2pPr>
            <a:lvl3pPr lvl="2" rtl="0" algn="r">
              <a:spcBef>
                <a:spcPts val="0"/>
              </a:spcBef>
              <a:spcAft>
                <a:spcPts val="0"/>
              </a:spcAft>
              <a:buClr>
                <a:srgbClr val="FFFFFF"/>
              </a:buClr>
              <a:buSzPts val="1600"/>
              <a:buNone/>
              <a:defRPr sz="1600">
                <a:solidFill>
                  <a:srgbClr val="FFFFFF"/>
                </a:solidFill>
              </a:defRPr>
            </a:lvl3pPr>
            <a:lvl4pPr lvl="3" rtl="0" algn="r">
              <a:spcBef>
                <a:spcPts val="0"/>
              </a:spcBef>
              <a:spcAft>
                <a:spcPts val="0"/>
              </a:spcAft>
              <a:buClr>
                <a:srgbClr val="FFFFFF"/>
              </a:buClr>
              <a:buSzPts val="1600"/>
              <a:buNone/>
              <a:defRPr sz="1600">
                <a:solidFill>
                  <a:srgbClr val="FFFFFF"/>
                </a:solidFill>
              </a:defRPr>
            </a:lvl4pPr>
            <a:lvl5pPr lvl="4" rtl="0" algn="r">
              <a:spcBef>
                <a:spcPts val="0"/>
              </a:spcBef>
              <a:spcAft>
                <a:spcPts val="0"/>
              </a:spcAft>
              <a:buClr>
                <a:srgbClr val="FFFFFF"/>
              </a:buClr>
              <a:buSzPts val="1600"/>
              <a:buNone/>
              <a:defRPr sz="1600">
                <a:solidFill>
                  <a:srgbClr val="FFFFFF"/>
                </a:solidFill>
              </a:defRPr>
            </a:lvl5pPr>
            <a:lvl6pPr lvl="5" rtl="0" algn="r">
              <a:spcBef>
                <a:spcPts val="0"/>
              </a:spcBef>
              <a:spcAft>
                <a:spcPts val="0"/>
              </a:spcAft>
              <a:buClr>
                <a:srgbClr val="FFFFFF"/>
              </a:buClr>
              <a:buSzPts val="1600"/>
              <a:buNone/>
              <a:defRPr sz="1600">
                <a:solidFill>
                  <a:srgbClr val="FFFFFF"/>
                </a:solidFill>
              </a:defRPr>
            </a:lvl6pPr>
            <a:lvl7pPr lvl="6" rtl="0" algn="r">
              <a:spcBef>
                <a:spcPts val="0"/>
              </a:spcBef>
              <a:spcAft>
                <a:spcPts val="0"/>
              </a:spcAft>
              <a:buClr>
                <a:srgbClr val="FFFFFF"/>
              </a:buClr>
              <a:buSzPts val="1600"/>
              <a:buNone/>
              <a:defRPr sz="1600">
                <a:solidFill>
                  <a:srgbClr val="FFFFFF"/>
                </a:solidFill>
              </a:defRPr>
            </a:lvl7pPr>
            <a:lvl8pPr lvl="7" rtl="0" algn="r">
              <a:spcBef>
                <a:spcPts val="0"/>
              </a:spcBef>
              <a:spcAft>
                <a:spcPts val="0"/>
              </a:spcAft>
              <a:buClr>
                <a:srgbClr val="FFFFFF"/>
              </a:buClr>
              <a:buSzPts val="1600"/>
              <a:buNone/>
              <a:defRPr sz="1600">
                <a:solidFill>
                  <a:srgbClr val="FFFFFF"/>
                </a:solidFill>
              </a:defRPr>
            </a:lvl8pPr>
            <a:lvl9pPr lvl="8" rtl="0" algn="r">
              <a:spcBef>
                <a:spcPts val="0"/>
              </a:spcBef>
              <a:spcAft>
                <a:spcPts val="0"/>
              </a:spcAft>
              <a:buClr>
                <a:srgbClr val="FFFFFF"/>
              </a:buClr>
              <a:buSzPts val="1600"/>
              <a:buNone/>
              <a:defRPr sz="1600">
                <a:solidFill>
                  <a:srgbClr val="FFFFFF"/>
                </a:solidFill>
              </a:defRPr>
            </a:lvl9pPr>
          </a:lstStyle>
          <a:p/>
        </p:txBody>
      </p:sp>
      <p:sp>
        <p:nvSpPr>
          <p:cNvPr id="62" name="Google Shape;62;p7"/>
          <p:cNvSpPr txBox="1"/>
          <p:nvPr>
            <p:ph idx="1" type="subTitle"/>
          </p:nvPr>
        </p:nvSpPr>
        <p:spPr>
          <a:xfrm flipH="1">
            <a:off x="5216975" y="2952184"/>
            <a:ext cx="1906500" cy="7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gn="r">
              <a:lnSpc>
                <a:spcPct val="100000"/>
              </a:lnSpc>
              <a:spcBef>
                <a:spcPts val="0"/>
              </a:spcBef>
              <a:spcAft>
                <a:spcPts val="0"/>
              </a:spcAft>
              <a:buClr>
                <a:srgbClr val="FFFFFF"/>
              </a:buClr>
              <a:buSzPts val="1200"/>
              <a:buNone/>
              <a:defRPr>
                <a:solidFill>
                  <a:srgbClr val="FFFFFF"/>
                </a:solidFill>
              </a:defRPr>
            </a:lvl2pPr>
            <a:lvl3pPr lvl="2" rtl="0" algn="r">
              <a:lnSpc>
                <a:spcPct val="100000"/>
              </a:lnSpc>
              <a:spcBef>
                <a:spcPts val="0"/>
              </a:spcBef>
              <a:spcAft>
                <a:spcPts val="0"/>
              </a:spcAft>
              <a:buClr>
                <a:srgbClr val="FFFFFF"/>
              </a:buClr>
              <a:buSzPts val="1200"/>
              <a:buNone/>
              <a:defRPr>
                <a:solidFill>
                  <a:srgbClr val="FFFFFF"/>
                </a:solidFill>
              </a:defRPr>
            </a:lvl3pPr>
            <a:lvl4pPr lvl="3" rtl="0" algn="r">
              <a:lnSpc>
                <a:spcPct val="100000"/>
              </a:lnSpc>
              <a:spcBef>
                <a:spcPts val="0"/>
              </a:spcBef>
              <a:spcAft>
                <a:spcPts val="0"/>
              </a:spcAft>
              <a:buClr>
                <a:srgbClr val="FFFFFF"/>
              </a:buClr>
              <a:buSzPts val="1200"/>
              <a:buNone/>
              <a:defRPr>
                <a:solidFill>
                  <a:srgbClr val="FFFFFF"/>
                </a:solidFill>
              </a:defRPr>
            </a:lvl4pPr>
            <a:lvl5pPr lvl="4" rtl="0" algn="r">
              <a:lnSpc>
                <a:spcPct val="100000"/>
              </a:lnSpc>
              <a:spcBef>
                <a:spcPts val="0"/>
              </a:spcBef>
              <a:spcAft>
                <a:spcPts val="0"/>
              </a:spcAft>
              <a:buClr>
                <a:srgbClr val="FFFFFF"/>
              </a:buClr>
              <a:buSzPts val="1200"/>
              <a:buNone/>
              <a:defRPr>
                <a:solidFill>
                  <a:srgbClr val="FFFFFF"/>
                </a:solidFill>
              </a:defRPr>
            </a:lvl5pPr>
            <a:lvl6pPr lvl="5" rtl="0" algn="r">
              <a:lnSpc>
                <a:spcPct val="100000"/>
              </a:lnSpc>
              <a:spcBef>
                <a:spcPts val="0"/>
              </a:spcBef>
              <a:spcAft>
                <a:spcPts val="0"/>
              </a:spcAft>
              <a:buClr>
                <a:srgbClr val="FFFFFF"/>
              </a:buClr>
              <a:buSzPts val="1200"/>
              <a:buNone/>
              <a:defRPr>
                <a:solidFill>
                  <a:srgbClr val="FFFFFF"/>
                </a:solidFill>
              </a:defRPr>
            </a:lvl6pPr>
            <a:lvl7pPr lvl="6" rtl="0" algn="r">
              <a:lnSpc>
                <a:spcPct val="100000"/>
              </a:lnSpc>
              <a:spcBef>
                <a:spcPts val="0"/>
              </a:spcBef>
              <a:spcAft>
                <a:spcPts val="0"/>
              </a:spcAft>
              <a:buClr>
                <a:srgbClr val="FFFFFF"/>
              </a:buClr>
              <a:buSzPts val="1200"/>
              <a:buNone/>
              <a:defRPr>
                <a:solidFill>
                  <a:srgbClr val="FFFFFF"/>
                </a:solidFill>
              </a:defRPr>
            </a:lvl7pPr>
            <a:lvl8pPr lvl="7" rtl="0" algn="r">
              <a:lnSpc>
                <a:spcPct val="100000"/>
              </a:lnSpc>
              <a:spcBef>
                <a:spcPts val="0"/>
              </a:spcBef>
              <a:spcAft>
                <a:spcPts val="0"/>
              </a:spcAft>
              <a:buClr>
                <a:srgbClr val="FFFFFF"/>
              </a:buClr>
              <a:buSzPts val="1200"/>
              <a:buNone/>
              <a:defRPr>
                <a:solidFill>
                  <a:srgbClr val="FFFFFF"/>
                </a:solidFill>
              </a:defRPr>
            </a:lvl8pPr>
            <a:lvl9pPr lvl="8" rtl="0" algn="r">
              <a:lnSpc>
                <a:spcPct val="100000"/>
              </a:lnSpc>
              <a:spcBef>
                <a:spcPts val="0"/>
              </a:spcBef>
              <a:spcAft>
                <a:spcPts val="0"/>
              </a:spcAft>
              <a:buClr>
                <a:srgbClr val="FFFFFF"/>
              </a:buClr>
              <a:buSzPts val="1200"/>
              <a:buNone/>
              <a:defRPr>
                <a:solidFill>
                  <a:srgbClr val="FFFFFF"/>
                </a:solidFill>
              </a:defRPr>
            </a:lvl9pPr>
          </a:lstStyle>
          <a:p/>
        </p:txBody>
      </p:sp>
      <p:cxnSp>
        <p:nvCxnSpPr>
          <p:cNvPr id="63" name="Google Shape;63;p7"/>
          <p:cNvCxnSpPr/>
          <p:nvPr/>
        </p:nvCxnSpPr>
        <p:spPr>
          <a:xfrm>
            <a:off x="73248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6">
  <p:cSld name="CUSTOM_1_1_1_1_1_1">
    <p:bg>
      <p:bgPr>
        <a:gradFill>
          <a:gsLst>
            <a:gs pos="0">
              <a:srgbClr val="10D6B6">
                <a:alpha val="70588"/>
              </a:srgbClr>
            </a:gs>
            <a:gs pos="100000">
              <a:srgbClr val="7337D4"/>
            </a:gs>
          </a:gsLst>
          <a:lin ang="0" scaled="0"/>
        </a:gradFill>
      </p:bgPr>
    </p:bg>
    <p:spTree>
      <p:nvGrpSpPr>
        <p:cNvPr id="64" name="Shape 64"/>
        <p:cNvGrpSpPr/>
        <p:nvPr/>
      </p:nvGrpSpPr>
      <p:grpSpPr>
        <a:xfrm>
          <a:off x="0" y="0"/>
          <a:ext cx="0" cy="0"/>
          <a:chOff x="0" y="0"/>
          <a:chExt cx="0" cy="0"/>
        </a:xfrm>
      </p:grpSpPr>
      <p:sp>
        <p:nvSpPr>
          <p:cNvPr id="65" name="Google Shape;65;p8"/>
          <p:cNvSpPr txBox="1"/>
          <p:nvPr>
            <p:ph hasCustomPrompt="1" type="title"/>
          </p:nvPr>
        </p:nvSpPr>
        <p:spPr>
          <a:xfrm>
            <a:off x="303938" y="1858700"/>
            <a:ext cx="1444800" cy="16194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66" name="Google Shape;66;p8"/>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
        <p:nvSpPr>
          <p:cNvPr id="67" name="Google Shape;67;p8"/>
          <p:cNvSpPr txBox="1"/>
          <p:nvPr>
            <p:ph idx="1" type="subTitle"/>
          </p:nvPr>
        </p:nvSpPr>
        <p:spPr>
          <a:xfrm>
            <a:off x="2109125" y="2952184"/>
            <a:ext cx="1906500" cy="73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cxnSp>
        <p:nvCxnSpPr>
          <p:cNvPr id="68" name="Google Shape;68;p8"/>
          <p:cNvCxnSpPr/>
          <p:nvPr/>
        </p:nvCxnSpPr>
        <p:spPr>
          <a:xfrm>
            <a:off x="1901150" y="-7600"/>
            <a:ext cx="0" cy="515880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orient="horz" pos="1811">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2">
  <p:cSld name="CUSTOM_6">
    <p:bg>
      <p:bgPr>
        <a:gradFill>
          <a:gsLst>
            <a:gs pos="0">
              <a:srgbClr val="10D6B6">
                <a:alpha val="70588"/>
              </a:srgbClr>
            </a:gs>
            <a:gs pos="100000">
              <a:srgbClr val="7337D4"/>
            </a:gs>
          </a:gsLst>
          <a:lin ang="0" scaled="0"/>
        </a:gradFill>
      </p:bgPr>
    </p:bg>
    <p:spTree>
      <p:nvGrpSpPr>
        <p:cNvPr id="69" name="Shape 69"/>
        <p:cNvGrpSpPr/>
        <p:nvPr/>
      </p:nvGrpSpPr>
      <p:grpSpPr>
        <a:xfrm>
          <a:off x="0" y="0"/>
          <a:ext cx="0" cy="0"/>
          <a:chOff x="0" y="0"/>
          <a:chExt cx="0" cy="0"/>
        </a:xfrm>
      </p:grpSpPr>
      <p:sp>
        <p:nvSpPr>
          <p:cNvPr id="70" name="Google Shape;70;p9"/>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1" name="Google Shape;71;p9"/>
          <p:cNvCxnSpPr>
            <a:stCxn id="70"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IGN 3">
  <p:cSld name="CUSTOM_6_2">
    <p:bg>
      <p:bgPr>
        <a:gradFill>
          <a:gsLst>
            <a:gs pos="0">
              <a:srgbClr val="10D6B6">
                <a:alpha val="70588"/>
              </a:srgbClr>
            </a:gs>
            <a:gs pos="100000">
              <a:srgbClr val="7337D4"/>
            </a:gs>
          </a:gsLst>
          <a:lin ang="0" scaled="0"/>
        </a:gradFill>
      </p:bgPr>
    </p:bg>
    <p:spTree>
      <p:nvGrpSpPr>
        <p:cNvPr id="72" name="Shape 72"/>
        <p:cNvGrpSpPr/>
        <p:nvPr/>
      </p:nvGrpSpPr>
      <p:grpSpPr>
        <a:xfrm>
          <a:off x="0" y="0"/>
          <a:ext cx="0" cy="0"/>
          <a:chOff x="0" y="0"/>
          <a:chExt cx="0" cy="0"/>
        </a:xfrm>
      </p:grpSpPr>
      <p:sp>
        <p:nvSpPr>
          <p:cNvPr id="73" name="Google Shape;73;p10"/>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74" name="Google Shape;74;p10"/>
          <p:cNvCxnSpPr/>
          <p:nvPr/>
        </p:nvCxnSpPr>
        <p:spPr>
          <a:xfrm>
            <a:off x="-32325" y="986500"/>
            <a:ext cx="4575600" cy="0"/>
          </a:xfrm>
          <a:prstGeom prst="straightConnector1">
            <a:avLst/>
          </a:prstGeom>
          <a:noFill/>
          <a:ln cap="flat" cmpd="sng" w="28575">
            <a:solidFill>
              <a:srgbClr val="FFFFFF"/>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6_1">
    <p:bg>
      <p:bgPr>
        <a:gradFill>
          <a:gsLst>
            <a:gs pos="0">
              <a:srgbClr val="10D6B6">
                <a:alpha val="70588"/>
              </a:srgbClr>
            </a:gs>
            <a:gs pos="100000">
              <a:srgbClr val="7337D4"/>
            </a:gs>
          </a:gsLst>
          <a:lin ang="0" scaled="0"/>
        </a:gradFill>
      </p:bgPr>
    </p:bg>
    <p:spTree>
      <p:nvGrpSpPr>
        <p:cNvPr id="75" name="Shape 75"/>
        <p:cNvGrpSpPr/>
        <p:nvPr/>
      </p:nvGrpSpPr>
      <p:grpSpPr>
        <a:xfrm>
          <a:off x="0" y="0"/>
          <a:ext cx="0" cy="0"/>
          <a:chOff x="0" y="0"/>
          <a:chExt cx="0" cy="0"/>
        </a:xfrm>
      </p:grpSpPr>
      <p:sp>
        <p:nvSpPr>
          <p:cNvPr id="76" name="Google Shape;76;p11"/>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78" name="Google Shape;78;p11"/>
          <p:cNvCxnSpPr/>
          <p:nvPr/>
        </p:nvCxnSpPr>
        <p:spPr>
          <a:xfrm>
            <a:off x="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79" name="Google Shape;79;p11"/>
          <p:cNvSpPr txBox="1"/>
          <p:nvPr>
            <p:ph idx="1" type="subTitle"/>
          </p:nvPr>
        </p:nvSpPr>
        <p:spPr>
          <a:xfrm flipH="1">
            <a:off x="4576500" y="28066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0" name="Google Shape;80;p11"/>
          <p:cNvSpPr txBox="1"/>
          <p:nvPr>
            <p:ph idx="2" type="subTitle"/>
          </p:nvPr>
        </p:nvSpPr>
        <p:spPr>
          <a:xfrm flipH="1">
            <a:off x="4576500" y="31480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1" name="Google Shape;81;p11"/>
          <p:cNvSpPr txBox="1"/>
          <p:nvPr>
            <p:ph idx="3" type="subTitle"/>
          </p:nvPr>
        </p:nvSpPr>
        <p:spPr>
          <a:xfrm flipH="1">
            <a:off x="4576500" y="34894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
        <p:nvSpPr>
          <p:cNvPr id="82" name="Google Shape;82;p11"/>
          <p:cNvSpPr txBox="1"/>
          <p:nvPr>
            <p:ph idx="4" type="subTitle"/>
          </p:nvPr>
        </p:nvSpPr>
        <p:spPr>
          <a:xfrm flipH="1">
            <a:off x="4576500" y="3830850"/>
            <a:ext cx="4423200" cy="34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CUSTOM_6_1_2">
    <p:bg>
      <p:bgPr>
        <a:gradFill>
          <a:gsLst>
            <a:gs pos="0">
              <a:srgbClr val="10D6B6">
                <a:alpha val="70588"/>
              </a:srgbClr>
            </a:gs>
            <a:gs pos="100000">
              <a:srgbClr val="7337D4"/>
            </a:gs>
          </a:gsLst>
          <a:lin ang="0" scaled="0"/>
        </a:gradFill>
      </p:bgPr>
    </p:bg>
    <p:spTree>
      <p:nvGrpSpPr>
        <p:cNvPr id="83" name="Shape 83"/>
        <p:cNvGrpSpPr/>
        <p:nvPr/>
      </p:nvGrpSpPr>
      <p:grpSpPr>
        <a:xfrm>
          <a:off x="0" y="0"/>
          <a:ext cx="0" cy="0"/>
          <a:chOff x="0" y="0"/>
          <a:chExt cx="0" cy="0"/>
        </a:xfrm>
      </p:grpSpPr>
      <p:sp>
        <p:nvSpPr>
          <p:cNvPr id="84" name="Google Shape;84;p12"/>
          <p:cNvSpPr/>
          <p:nvPr/>
        </p:nvSpPr>
        <p:spPr>
          <a:xfrm>
            <a:off x="0" y="560550"/>
            <a:ext cx="9144000" cy="4022400"/>
          </a:xfrm>
          <a:prstGeom prst="rect">
            <a:avLst/>
          </a:prstGeom>
          <a:gradFill>
            <a:gsLst>
              <a:gs pos="0">
                <a:srgbClr val="7337D4">
                  <a:alpha val="62352"/>
                </a:srgbClr>
              </a:gs>
              <a:gs pos="100000">
                <a:srgbClr val="10D6B6">
                  <a:alpha val="46274"/>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txBox="1"/>
          <p:nvPr>
            <p:ph type="ctrTitle"/>
          </p:nvPr>
        </p:nvSpPr>
        <p:spPr>
          <a:xfrm flipH="1">
            <a:off x="4457674" y="1862650"/>
            <a:ext cx="4209300" cy="8517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cxnSp>
        <p:nvCxnSpPr>
          <p:cNvPr id="86" name="Google Shape;86;p12"/>
          <p:cNvCxnSpPr/>
          <p:nvPr/>
        </p:nvCxnSpPr>
        <p:spPr>
          <a:xfrm rot="10800000">
            <a:off x="4567500" y="2730450"/>
            <a:ext cx="4576500" cy="0"/>
          </a:xfrm>
          <a:prstGeom prst="straightConnector1">
            <a:avLst/>
          </a:prstGeom>
          <a:noFill/>
          <a:ln cap="flat" cmpd="sng" w="28575">
            <a:solidFill>
              <a:srgbClr val="FFFFFF"/>
            </a:solidFill>
            <a:prstDash val="solid"/>
            <a:round/>
            <a:headEnd len="med" w="med" type="none"/>
            <a:tailEnd len="med" w="med" type="none"/>
          </a:ln>
        </p:spPr>
      </p:cxnSp>
      <p:sp>
        <p:nvSpPr>
          <p:cNvPr id="87" name="Google Shape;87;p12"/>
          <p:cNvSpPr txBox="1"/>
          <p:nvPr>
            <p:ph idx="1" type="subTitle"/>
          </p:nvPr>
        </p:nvSpPr>
        <p:spPr>
          <a:xfrm>
            <a:off x="2327475" y="2806650"/>
            <a:ext cx="2892000" cy="1623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FFFFF"/>
              </a:buClr>
              <a:buSzPts val="1200"/>
              <a:buNone/>
              <a:defRPr>
                <a:solidFill>
                  <a:srgbClr val="FFFFFF"/>
                </a:solidFill>
              </a:defRPr>
            </a:lvl1pPr>
            <a:lvl2pPr lvl="1" rtl="0">
              <a:lnSpc>
                <a:spcPct val="100000"/>
              </a:lnSpc>
              <a:spcBef>
                <a:spcPts val="0"/>
              </a:spcBef>
              <a:spcAft>
                <a:spcPts val="0"/>
              </a:spcAft>
              <a:buClr>
                <a:srgbClr val="FFFFFF"/>
              </a:buClr>
              <a:buSzPts val="1200"/>
              <a:buNone/>
              <a:defRPr>
                <a:solidFill>
                  <a:srgbClr val="FFFFFF"/>
                </a:solidFill>
              </a:defRPr>
            </a:lvl2pPr>
            <a:lvl3pPr lvl="2" rtl="0">
              <a:lnSpc>
                <a:spcPct val="100000"/>
              </a:lnSpc>
              <a:spcBef>
                <a:spcPts val="0"/>
              </a:spcBef>
              <a:spcAft>
                <a:spcPts val="0"/>
              </a:spcAft>
              <a:buClr>
                <a:srgbClr val="FFFFFF"/>
              </a:buClr>
              <a:buSzPts val="1200"/>
              <a:buNone/>
              <a:defRPr>
                <a:solidFill>
                  <a:srgbClr val="FFFFFF"/>
                </a:solidFill>
              </a:defRPr>
            </a:lvl3pPr>
            <a:lvl4pPr lvl="3" rtl="0">
              <a:lnSpc>
                <a:spcPct val="100000"/>
              </a:lnSpc>
              <a:spcBef>
                <a:spcPts val="0"/>
              </a:spcBef>
              <a:spcAft>
                <a:spcPts val="0"/>
              </a:spcAft>
              <a:buClr>
                <a:srgbClr val="FFFFFF"/>
              </a:buClr>
              <a:buSzPts val="1200"/>
              <a:buNone/>
              <a:defRPr>
                <a:solidFill>
                  <a:srgbClr val="FFFFFF"/>
                </a:solidFill>
              </a:defRPr>
            </a:lvl4pPr>
            <a:lvl5pPr lvl="4" rtl="0">
              <a:lnSpc>
                <a:spcPct val="100000"/>
              </a:lnSpc>
              <a:spcBef>
                <a:spcPts val="0"/>
              </a:spcBef>
              <a:spcAft>
                <a:spcPts val="0"/>
              </a:spcAft>
              <a:buClr>
                <a:srgbClr val="FFFFFF"/>
              </a:buClr>
              <a:buSzPts val="1200"/>
              <a:buNone/>
              <a:defRPr>
                <a:solidFill>
                  <a:srgbClr val="FFFFFF"/>
                </a:solidFill>
              </a:defRPr>
            </a:lvl5pPr>
            <a:lvl6pPr lvl="5" rtl="0">
              <a:lnSpc>
                <a:spcPct val="100000"/>
              </a:lnSpc>
              <a:spcBef>
                <a:spcPts val="0"/>
              </a:spcBef>
              <a:spcAft>
                <a:spcPts val="0"/>
              </a:spcAft>
              <a:buClr>
                <a:srgbClr val="FFFFFF"/>
              </a:buClr>
              <a:buSzPts val="1200"/>
              <a:buNone/>
              <a:defRPr>
                <a:solidFill>
                  <a:srgbClr val="FFFFFF"/>
                </a:solidFill>
              </a:defRPr>
            </a:lvl6pPr>
            <a:lvl7pPr lvl="6" rtl="0">
              <a:lnSpc>
                <a:spcPct val="100000"/>
              </a:lnSpc>
              <a:spcBef>
                <a:spcPts val="0"/>
              </a:spcBef>
              <a:spcAft>
                <a:spcPts val="0"/>
              </a:spcAft>
              <a:buClr>
                <a:srgbClr val="FFFFFF"/>
              </a:buClr>
              <a:buSzPts val="1200"/>
              <a:buNone/>
              <a:defRPr>
                <a:solidFill>
                  <a:srgbClr val="FFFFFF"/>
                </a:solidFill>
              </a:defRPr>
            </a:lvl7pPr>
            <a:lvl8pPr lvl="7" rtl="0">
              <a:lnSpc>
                <a:spcPct val="100000"/>
              </a:lnSpc>
              <a:spcBef>
                <a:spcPts val="0"/>
              </a:spcBef>
              <a:spcAft>
                <a:spcPts val="0"/>
              </a:spcAft>
              <a:buClr>
                <a:srgbClr val="FFFFFF"/>
              </a:buClr>
              <a:buSzPts val="1200"/>
              <a:buNone/>
              <a:defRPr>
                <a:solidFill>
                  <a:srgbClr val="FFFFFF"/>
                </a:solidFill>
              </a:defRPr>
            </a:lvl8pPr>
            <a:lvl9pPr lvl="8" rtl="0">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6_1_1">
    <p:bg>
      <p:bgPr>
        <a:gradFill>
          <a:gsLst>
            <a:gs pos="0">
              <a:srgbClr val="10D6B6">
                <a:alpha val="70588"/>
              </a:srgbClr>
            </a:gs>
            <a:gs pos="100000">
              <a:srgbClr val="7337D4"/>
            </a:gs>
          </a:gsLst>
          <a:lin ang="0" scaled="0"/>
        </a:gradFill>
      </p:bgPr>
    </p:bg>
    <p:spTree>
      <p:nvGrpSpPr>
        <p:cNvPr id="88" name="Shape 88"/>
        <p:cNvGrpSpPr/>
        <p:nvPr/>
      </p:nvGrpSpPr>
      <p:grpSpPr>
        <a:xfrm>
          <a:off x="0" y="0"/>
          <a:ext cx="0" cy="0"/>
          <a:chOff x="0" y="0"/>
          <a:chExt cx="0" cy="0"/>
        </a:xfrm>
      </p:grpSpPr>
      <p:sp>
        <p:nvSpPr>
          <p:cNvPr id="89" name="Google Shape;89;p13"/>
          <p:cNvSpPr txBox="1"/>
          <p:nvPr>
            <p:ph type="ctrTitle"/>
          </p:nvPr>
        </p:nvSpPr>
        <p:spPr>
          <a:xfrm>
            <a:off x="2788350" y="3170250"/>
            <a:ext cx="3567300" cy="3084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4800"/>
              <a:buNone/>
              <a:defRPr sz="4800">
                <a:solidFill>
                  <a:srgbClr val="FFFFFF"/>
                </a:solidFill>
              </a:defRPr>
            </a:lvl2pPr>
            <a:lvl3pPr lvl="2" rtl="0" algn="ctr">
              <a:spcBef>
                <a:spcPts val="0"/>
              </a:spcBef>
              <a:spcAft>
                <a:spcPts val="0"/>
              </a:spcAft>
              <a:buClr>
                <a:srgbClr val="FFFFFF"/>
              </a:buClr>
              <a:buSzPts val="4800"/>
              <a:buNone/>
              <a:defRPr sz="4800">
                <a:solidFill>
                  <a:srgbClr val="FFFFFF"/>
                </a:solidFill>
              </a:defRPr>
            </a:lvl3pPr>
            <a:lvl4pPr lvl="3" rtl="0" algn="ctr">
              <a:spcBef>
                <a:spcPts val="0"/>
              </a:spcBef>
              <a:spcAft>
                <a:spcPts val="0"/>
              </a:spcAft>
              <a:buClr>
                <a:srgbClr val="FFFFFF"/>
              </a:buClr>
              <a:buSzPts val="4800"/>
              <a:buNone/>
              <a:defRPr sz="4800">
                <a:solidFill>
                  <a:srgbClr val="FFFFFF"/>
                </a:solidFill>
              </a:defRPr>
            </a:lvl4pPr>
            <a:lvl5pPr lvl="4" rtl="0" algn="ctr">
              <a:spcBef>
                <a:spcPts val="0"/>
              </a:spcBef>
              <a:spcAft>
                <a:spcPts val="0"/>
              </a:spcAft>
              <a:buClr>
                <a:srgbClr val="FFFFFF"/>
              </a:buClr>
              <a:buSzPts val="4800"/>
              <a:buNone/>
              <a:defRPr sz="4800">
                <a:solidFill>
                  <a:srgbClr val="FFFFFF"/>
                </a:solidFill>
              </a:defRPr>
            </a:lvl5pPr>
            <a:lvl6pPr lvl="5" rtl="0" algn="ctr">
              <a:spcBef>
                <a:spcPts val="0"/>
              </a:spcBef>
              <a:spcAft>
                <a:spcPts val="0"/>
              </a:spcAft>
              <a:buClr>
                <a:srgbClr val="FFFFFF"/>
              </a:buClr>
              <a:buSzPts val="4800"/>
              <a:buNone/>
              <a:defRPr sz="4800">
                <a:solidFill>
                  <a:srgbClr val="FFFFFF"/>
                </a:solidFill>
              </a:defRPr>
            </a:lvl6pPr>
            <a:lvl7pPr lvl="6" rtl="0" algn="ctr">
              <a:spcBef>
                <a:spcPts val="0"/>
              </a:spcBef>
              <a:spcAft>
                <a:spcPts val="0"/>
              </a:spcAft>
              <a:buClr>
                <a:srgbClr val="FFFFFF"/>
              </a:buClr>
              <a:buSzPts val="4800"/>
              <a:buNone/>
              <a:defRPr sz="4800">
                <a:solidFill>
                  <a:srgbClr val="FFFFFF"/>
                </a:solidFill>
              </a:defRPr>
            </a:lvl7pPr>
            <a:lvl8pPr lvl="7" rtl="0" algn="ctr">
              <a:spcBef>
                <a:spcPts val="0"/>
              </a:spcBef>
              <a:spcAft>
                <a:spcPts val="0"/>
              </a:spcAft>
              <a:buClr>
                <a:srgbClr val="FFFFFF"/>
              </a:buClr>
              <a:buSzPts val="4800"/>
              <a:buNone/>
              <a:defRPr sz="4800">
                <a:solidFill>
                  <a:srgbClr val="FFFFFF"/>
                </a:solidFill>
              </a:defRPr>
            </a:lvl8pPr>
            <a:lvl9pPr lvl="8" rtl="0" algn="ctr">
              <a:spcBef>
                <a:spcPts val="0"/>
              </a:spcBef>
              <a:spcAft>
                <a:spcPts val="0"/>
              </a:spcAft>
              <a:buClr>
                <a:srgbClr val="FFFFFF"/>
              </a:buClr>
              <a:buSzPts val="4800"/>
              <a:buNone/>
              <a:defRPr sz="4800">
                <a:solidFill>
                  <a:srgbClr val="FFFFFF"/>
                </a:solidFill>
              </a:defRPr>
            </a:lvl9pPr>
          </a:lstStyle>
          <a:p/>
        </p:txBody>
      </p:sp>
      <p:sp>
        <p:nvSpPr>
          <p:cNvPr id="90" name="Google Shape;90;p13"/>
          <p:cNvSpPr txBox="1"/>
          <p:nvPr>
            <p:ph idx="1" type="subTitle"/>
          </p:nvPr>
        </p:nvSpPr>
        <p:spPr>
          <a:xfrm flipH="1">
            <a:off x="2064750" y="1973250"/>
            <a:ext cx="5014500" cy="119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800"/>
              <a:buNone/>
              <a:defRPr sz="1800">
                <a:solidFill>
                  <a:srgbClr val="FFFFFF"/>
                </a:solidFill>
              </a:defRPr>
            </a:lvl1pPr>
            <a:lvl2pPr lvl="1" rtl="0" algn="ctr">
              <a:lnSpc>
                <a:spcPct val="100000"/>
              </a:lnSpc>
              <a:spcBef>
                <a:spcPts val="0"/>
              </a:spcBef>
              <a:spcAft>
                <a:spcPts val="0"/>
              </a:spcAft>
              <a:buClr>
                <a:srgbClr val="FFFFFF"/>
              </a:buClr>
              <a:buSzPts val="1200"/>
              <a:buNone/>
              <a:defRPr>
                <a:solidFill>
                  <a:srgbClr val="FFFFFF"/>
                </a:solidFill>
              </a:defRPr>
            </a:lvl2pPr>
            <a:lvl3pPr lvl="2" rtl="0" algn="ctr">
              <a:lnSpc>
                <a:spcPct val="100000"/>
              </a:lnSpc>
              <a:spcBef>
                <a:spcPts val="0"/>
              </a:spcBef>
              <a:spcAft>
                <a:spcPts val="0"/>
              </a:spcAft>
              <a:buClr>
                <a:srgbClr val="FFFFFF"/>
              </a:buClr>
              <a:buSzPts val="1200"/>
              <a:buNone/>
              <a:defRPr>
                <a:solidFill>
                  <a:srgbClr val="FFFFFF"/>
                </a:solidFill>
              </a:defRPr>
            </a:lvl3pPr>
            <a:lvl4pPr lvl="3" rtl="0" algn="ctr">
              <a:lnSpc>
                <a:spcPct val="100000"/>
              </a:lnSpc>
              <a:spcBef>
                <a:spcPts val="0"/>
              </a:spcBef>
              <a:spcAft>
                <a:spcPts val="0"/>
              </a:spcAft>
              <a:buClr>
                <a:srgbClr val="FFFFFF"/>
              </a:buClr>
              <a:buSzPts val="1200"/>
              <a:buNone/>
              <a:defRPr>
                <a:solidFill>
                  <a:srgbClr val="FFFFFF"/>
                </a:solidFill>
              </a:defRPr>
            </a:lvl4pPr>
            <a:lvl5pPr lvl="4" rtl="0" algn="ctr">
              <a:lnSpc>
                <a:spcPct val="100000"/>
              </a:lnSpc>
              <a:spcBef>
                <a:spcPts val="0"/>
              </a:spcBef>
              <a:spcAft>
                <a:spcPts val="0"/>
              </a:spcAft>
              <a:buClr>
                <a:srgbClr val="FFFFFF"/>
              </a:buClr>
              <a:buSzPts val="1200"/>
              <a:buNone/>
              <a:defRPr>
                <a:solidFill>
                  <a:srgbClr val="FFFFFF"/>
                </a:solidFill>
              </a:defRPr>
            </a:lvl5pPr>
            <a:lvl6pPr lvl="5" rtl="0" algn="ctr">
              <a:lnSpc>
                <a:spcPct val="100000"/>
              </a:lnSpc>
              <a:spcBef>
                <a:spcPts val="0"/>
              </a:spcBef>
              <a:spcAft>
                <a:spcPts val="0"/>
              </a:spcAft>
              <a:buClr>
                <a:srgbClr val="FFFFFF"/>
              </a:buClr>
              <a:buSzPts val="1200"/>
              <a:buNone/>
              <a:defRPr>
                <a:solidFill>
                  <a:srgbClr val="FFFFFF"/>
                </a:solidFill>
              </a:defRPr>
            </a:lvl6pPr>
            <a:lvl7pPr lvl="6" rtl="0" algn="ctr">
              <a:lnSpc>
                <a:spcPct val="100000"/>
              </a:lnSpc>
              <a:spcBef>
                <a:spcPts val="0"/>
              </a:spcBef>
              <a:spcAft>
                <a:spcPts val="0"/>
              </a:spcAft>
              <a:buClr>
                <a:srgbClr val="FFFFFF"/>
              </a:buClr>
              <a:buSzPts val="1200"/>
              <a:buNone/>
              <a:defRPr>
                <a:solidFill>
                  <a:srgbClr val="FFFFFF"/>
                </a:solidFill>
              </a:defRPr>
            </a:lvl7pPr>
            <a:lvl8pPr lvl="7" rtl="0" algn="ctr">
              <a:lnSpc>
                <a:spcPct val="100000"/>
              </a:lnSpc>
              <a:spcBef>
                <a:spcPts val="0"/>
              </a:spcBef>
              <a:spcAft>
                <a:spcPts val="0"/>
              </a:spcAft>
              <a:buClr>
                <a:srgbClr val="FFFFFF"/>
              </a:buClr>
              <a:buSzPts val="1200"/>
              <a:buNone/>
              <a:defRPr>
                <a:solidFill>
                  <a:srgbClr val="FFFFFF"/>
                </a:solidFill>
              </a:defRPr>
            </a:lvl8pPr>
            <a:lvl9pPr lvl="8" rtl="0" algn="ctr">
              <a:lnSpc>
                <a:spcPct val="100000"/>
              </a:lnSpc>
              <a:spcBef>
                <a:spcPts val="0"/>
              </a:spcBef>
              <a:spcAft>
                <a:spcPts val="0"/>
              </a:spcAft>
              <a:buClr>
                <a:srgbClr val="FFFFFF"/>
              </a:buClr>
              <a:buSzPts val="1200"/>
              <a:buNone/>
              <a:defRPr>
                <a:solidFill>
                  <a:srgbClr val="FFFFFF"/>
                </a:solidFill>
              </a:defRPr>
            </a:lvl9pPr>
          </a:lstStyle>
          <a:p/>
        </p:txBody>
      </p:sp>
      <p:cxnSp>
        <p:nvCxnSpPr>
          <p:cNvPr id="91" name="Google Shape;91;p13"/>
          <p:cNvCxnSpPr/>
          <p:nvPr/>
        </p:nvCxnSpPr>
        <p:spPr>
          <a:xfrm>
            <a:off x="-6925" y="981700"/>
            <a:ext cx="7016700" cy="2834400"/>
          </a:xfrm>
          <a:prstGeom prst="bentConnector3">
            <a:avLst>
              <a:gd fmla="val 12316" name="adj1"/>
            </a:avLst>
          </a:prstGeom>
          <a:noFill/>
          <a:ln cap="flat" cmpd="sng" w="28575">
            <a:solidFill>
              <a:srgbClr val="FFFFFF"/>
            </a:solidFill>
            <a:prstDash val="solid"/>
            <a:round/>
            <a:headEnd len="med" w="med" type="none"/>
            <a:tailEnd len="med" w="med" type="none"/>
          </a:ln>
        </p:spPr>
      </p:cxnSp>
      <p:cxnSp>
        <p:nvCxnSpPr>
          <p:cNvPr id="92" name="Google Shape;92;p13"/>
          <p:cNvCxnSpPr/>
          <p:nvPr/>
        </p:nvCxnSpPr>
        <p:spPr>
          <a:xfrm rot="10800000">
            <a:off x="2204950" y="1597150"/>
            <a:ext cx="6962100" cy="2585400"/>
          </a:xfrm>
          <a:prstGeom prst="bentConnector3">
            <a:avLst>
              <a:gd fmla="val 11419" name="adj1"/>
            </a:avLst>
          </a:prstGeom>
          <a:noFill/>
          <a:ln cap="flat" cmpd="sng" w="28575">
            <a:solidFill>
              <a:srgbClr val="FFFFFF"/>
            </a:solidFill>
            <a:prstDash val="solid"/>
            <a:round/>
            <a:headEnd len="med" w="med" type="none"/>
            <a:tailEnd len="med" w="med" type="none"/>
          </a:ln>
        </p:spPr>
      </p:cxnSp>
      <p:cxnSp>
        <p:nvCxnSpPr>
          <p:cNvPr id="93" name="Google Shape;93;p13"/>
          <p:cNvCxnSpPr>
            <a:endCxn id="89" idx="1"/>
          </p:cNvCxnSpPr>
          <p:nvPr/>
        </p:nvCxnSpPr>
        <p:spPr>
          <a:xfrm rot="-5400000">
            <a:off x="1162200" y="3586500"/>
            <a:ext cx="1888200" cy="1364100"/>
          </a:xfrm>
          <a:prstGeom prst="bentConnector2">
            <a:avLst/>
          </a:prstGeom>
          <a:noFill/>
          <a:ln cap="flat" cmpd="sng" w="28575">
            <a:solidFill>
              <a:srgbClr val="FFFFFF"/>
            </a:solidFill>
            <a:prstDash val="solid"/>
            <a:round/>
            <a:headEnd len="med" w="med" type="none"/>
            <a:tailEnd len="med" w="med" type="none"/>
          </a:ln>
        </p:spPr>
      </p:cxnSp>
      <p:cxnSp>
        <p:nvCxnSpPr>
          <p:cNvPr id="94" name="Google Shape;94;p13"/>
          <p:cNvCxnSpPr>
            <a:endCxn id="89" idx="3"/>
          </p:cNvCxnSpPr>
          <p:nvPr/>
        </p:nvCxnSpPr>
        <p:spPr>
          <a:xfrm flipH="1" rot="5400000">
            <a:off x="6084450" y="3595650"/>
            <a:ext cx="1881300" cy="1338900"/>
          </a:xfrm>
          <a:prstGeom prst="bentConnector2">
            <a:avLst/>
          </a:prstGeom>
          <a:noFill/>
          <a:ln cap="flat" cmpd="sng" w="28575">
            <a:solidFill>
              <a:srgbClr val="FFFFFF"/>
            </a:solidFill>
            <a:prstDash val="solid"/>
            <a:round/>
            <a:headEnd len="med" w="med" type="none"/>
            <a:tailEnd len="med" w="med" type="none"/>
          </a:ln>
        </p:spPr>
      </p:cxnSp>
    </p:spTree>
  </p:cSld>
  <p:clrMapOvr>
    <a:masterClrMapping/>
  </p:clrMapOvr>
  <p:extLst>
    <p:ext uri="{DCECCB84-F9BA-43D5-87BE-67443E8EF086}">
      <p15:sldGuideLst>
        <p15:guide id="1"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BOXES">
  <p:cSld name="CUSTOM_6_1_1_1_1">
    <p:bg>
      <p:bgPr>
        <a:gradFill>
          <a:gsLst>
            <a:gs pos="0">
              <a:srgbClr val="10D6B6">
                <a:alpha val="70588"/>
              </a:srgbClr>
            </a:gs>
            <a:gs pos="100000">
              <a:srgbClr val="7337D4"/>
            </a:gs>
          </a:gsLst>
          <a:lin ang="0" scaled="0"/>
        </a:gradFill>
      </p:bgPr>
    </p:bg>
    <p:spTree>
      <p:nvGrpSpPr>
        <p:cNvPr id="95" name="Shape 95"/>
        <p:cNvGrpSpPr/>
        <p:nvPr/>
      </p:nvGrpSpPr>
      <p:grpSpPr>
        <a:xfrm>
          <a:off x="0" y="0"/>
          <a:ext cx="0" cy="0"/>
          <a:chOff x="0" y="0"/>
          <a:chExt cx="0" cy="0"/>
        </a:xfrm>
      </p:grpSpPr>
      <p:sp>
        <p:nvSpPr>
          <p:cNvPr id="96" name="Google Shape;96;p14"/>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97" name="Google Shape;97;p14"/>
          <p:cNvCxnSpPr>
            <a:stCxn id="96"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98" name="Google Shape;98;p14"/>
          <p:cNvSpPr/>
          <p:nvPr/>
        </p:nvSpPr>
        <p:spPr>
          <a:xfrm>
            <a:off x="1780400" y="1322325"/>
            <a:ext cx="1988100" cy="20652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99" name="Google Shape;99;p14"/>
          <p:cNvSpPr txBox="1"/>
          <p:nvPr>
            <p:ph idx="2" type="ctrTitle"/>
          </p:nvPr>
        </p:nvSpPr>
        <p:spPr>
          <a:xfrm>
            <a:off x="22109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0" name="Google Shape;100;p14"/>
          <p:cNvSpPr txBox="1"/>
          <p:nvPr>
            <p:ph idx="1" type="subTitle"/>
          </p:nvPr>
        </p:nvSpPr>
        <p:spPr>
          <a:xfrm>
            <a:off x="20847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1" name="Google Shape;101;p14"/>
          <p:cNvSpPr/>
          <p:nvPr/>
        </p:nvSpPr>
        <p:spPr>
          <a:xfrm>
            <a:off x="3577850" y="2456125"/>
            <a:ext cx="1988100" cy="2065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2" name="Google Shape;102;p14"/>
          <p:cNvSpPr txBox="1"/>
          <p:nvPr>
            <p:ph idx="3" type="ctrTitle"/>
          </p:nvPr>
        </p:nvSpPr>
        <p:spPr>
          <a:xfrm>
            <a:off x="4008384" y="34139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3" name="Google Shape;103;p14"/>
          <p:cNvSpPr txBox="1"/>
          <p:nvPr>
            <p:ph idx="4" type="subTitle"/>
          </p:nvPr>
        </p:nvSpPr>
        <p:spPr>
          <a:xfrm>
            <a:off x="3882150" y="35864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
        <p:nvSpPr>
          <p:cNvPr id="104" name="Google Shape;104;p14"/>
          <p:cNvSpPr/>
          <p:nvPr/>
        </p:nvSpPr>
        <p:spPr>
          <a:xfrm>
            <a:off x="5375500" y="1322325"/>
            <a:ext cx="1988100" cy="2065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05" name="Google Shape;105;p14"/>
          <p:cNvSpPr txBox="1"/>
          <p:nvPr>
            <p:ph idx="5" type="ctrTitle"/>
          </p:nvPr>
        </p:nvSpPr>
        <p:spPr>
          <a:xfrm>
            <a:off x="5806034" y="2280150"/>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800"/>
              <a:buNone/>
              <a:defRPr sz="18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6" name="Google Shape;106;p14"/>
          <p:cNvSpPr txBox="1"/>
          <p:nvPr>
            <p:ph idx="6" type="subTitle"/>
          </p:nvPr>
        </p:nvSpPr>
        <p:spPr>
          <a:xfrm>
            <a:off x="5679800" y="2452668"/>
            <a:ext cx="13797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100"/>
              <a:buNone/>
              <a:defRPr sz="1100">
                <a:solidFill>
                  <a:srgbClr val="FFFFFF"/>
                </a:solidFill>
              </a:defRPr>
            </a:lvl1pPr>
            <a:lvl2pPr lvl="1" rtl="0" algn="ctr">
              <a:lnSpc>
                <a:spcPct val="100000"/>
              </a:lnSpc>
              <a:spcBef>
                <a:spcPts val="0"/>
              </a:spcBef>
              <a:spcAft>
                <a:spcPts val="0"/>
              </a:spcAft>
              <a:buClr>
                <a:srgbClr val="FFFFFF"/>
              </a:buClr>
              <a:buSzPts val="1100"/>
              <a:buNone/>
              <a:defRPr sz="1100">
                <a:solidFill>
                  <a:srgbClr val="FFFFFF"/>
                </a:solidFill>
              </a:defRPr>
            </a:lvl2pPr>
            <a:lvl3pPr lvl="2" rtl="0" algn="ctr">
              <a:lnSpc>
                <a:spcPct val="100000"/>
              </a:lnSpc>
              <a:spcBef>
                <a:spcPts val="0"/>
              </a:spcBef>
              <a:spcAft>
                <a:spcPts val="0"/>
              </a:spcAft>
              <a:buClr>
                <a:srgbClr val="FFFFFF"/>
              </a:buClr>
              <a:buSzPts val="1100"/>
              <a:buNone/>
              <a:defRPr sz="1100">
                <a:solidFill>
                  <a:srgbClr val="FFFFFF"/>
                </a:solidFill>
              </a:defRPr>
            </a:lvl3pPr>
            <a:lvl4pPr lvl="3" rtl="0" algn="ctr">
              <a:lnSpc>
                <a:spcPct val="100000"/>
              </a:lnSpc>
              <a:spcBef>
                <a:spcPts val="0"/>
              </a:spcBef>
              <a:spcAft>
                <a:spcPts val="0"/>
              </a:spcAft>
              <a:buClr>
                <a:srgbClr val="FFFFFF"/>
              </a:buClr>
              <a:buSzPts val="1100"/>
              <a:buNone/>
              <a:defRPr sz="1100">
                <a:solidFill>
                  <a:srgbClr val="FFFFFF"/>
                </a:solidFill>
              </a:defRPr>
            </a:lvl4pPr>
            <a:lvl5pPr lvl="4" rtl="0" algn="ctr">
              <a:lnSpc>
                <a:spcPct val="100000"/>
              </a:lnSpc>
              <a:spcBef>
                <a:spcPts val="0"/>
              </a:spcBef>
              <a:spcAft>
                <a:spcPts val="0"/>
              </a:spcAft>
              <a:buClr>
                <a:srgbClr val="FFFFFF"/>
              </a:buClr>
              <a:buSzPts val="1100"/>
              <a:buNone/>
              <a:defRPr sz="1100">
                <a:solidFill>
                  <a:srgbClr val="FFFFFF"/>
                </a:solidFill>
              </a:defRPr>
            </a:lvl5pPr>
            <a:lvl6pPr lvl="5" rtl="0" algn="ctr">
              <a:lnSpc>
                <a:spcPct val="100000"/>
              </a:lnSpc>
              <a:spcBef>
                <a:spcPts val="0"/>
              </a:spcBef>
              <a:spcAft>
                <a:spcPts val="0"/>
              </a:spcAft>
              <a:buClr>
                <a:srgbClr val="FFFFFF"/>
              </a:buClr>
              <a:buSzPts val="1100"/>
              <a:buNone/>
              <a:defRPr sz="1100">
                <a:solidFill>
                  <a:srgbClr val="FFFFFF"/>
                </a:solidFill>
              </a:defRPr>
            </a:lvl6pPr>
            <a:lvl7pPr lvl="6" rtl="0" algn="ctr">
              <a:lnSpc>
                <a:spcPct val="100000"/>
              </a:lnSpc>
              <a:spcBef>
                <a:spcPts val="0"/>
              </a:spcBef>
              <a:spcAft>
                <a:spcPts val="0"/>
              </a:spcAft>
              <a:buClr>
                <a:srgbClr val="FFFFFF"/>
              </a:buClr>
              <a:buSzPts val="1100"/>
              <a:buNone/>
              <a:defRPr sz="1100">
                <a:solidFill>
                  <a:srgbClr val="FFFFFF"/>
                </a:solidFill>
              </a:defRPr>
            </a:lvl7pPr>
            <a:lvl8pPr lvl="7" rtl="0" algn="ctr">
              <a:lnSpc>
                <a:spcPct val="100000"/>
              </a:lnSpc>
              <a:spcBef>
                <a:spcPts val="0"/>
              </a:spcBef>
              <a:spcAft>
                <a:spcPts val="0"/>
              </a:spcAft>
              <a:buClr>
                <a:srgbClr val="FFFFFF"/>
              </a:buClr>
              <a:buSzPts val="1100"/>
              <a:buNone/>
              <a:defRPr sz="1100">
                <a:solidFill>
                  <a:srgbClr val="FFFFFF"/>
                </a:solidFill>
              </a:defRPr>
            </a:lvl8pPr>
            <a:lvl9pPr lvl="8" rtl="0" algn="ctr">
              <a:lnSpc>
                <a:spcPct val="100000"/>
              </a:lnSpc>
              <a:spcBef>
                <a:spcPts val="0"/>
              </a:spcBef>
              <a:spcAft>
                <a:spcPts val="0"/>
              </a:spcAft>
              <a:buClr>
                <a:srgbClr val="FFFFFF"/>
              </a:buClr>
              <a:buSzPts val="1100"/>
              <a:buNone/>
              <a:defRPr sz="11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CUSTOM_6_1_1_1_1_1">
    <p:bg>
      <p:bgPr>
        <a:gradFill>
          <a:gsLst>
            <a:gs pos="0">
              <a:srgbClr val="10D6B6">
                <a:alpha val="70588"/>
              </a:srgbClr>
            </a:gs>
            <a:gs pos="100000">
              <a:srgbClr val="7337D4"/>
            </a:gs>
          </a:gsLst>
          <a:lin ang="0" scaled="0"/>
        </a:gradFill>
      </p:bgPr>
    </p:bg>
    <p:spTree>
      <p:nvGrpSpPr>
        <p:cNvPr id="107" name="Shape 107"/>
        <p:cNvGrpSpPr/>
        <p:nvPr/>
      </p:nvGrpSpPr>
      <p:grpSpPr>
        <a:xfrm>
          <a:off x="0" y="0"/>
          <a:ext cx="0" cy="0"/>
          <a:chOff x="0" y="0"/>
          <a:chExt cx="0" cy="0"/>
        </a:xfrm>
      </p:grpSpPr>
      <p:sp>
        <p:nvSpPr>
          <p:cNvPr id="108" name="Google Shape;108;p15"/>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000"/>
              <a:buNone/>
              <a:defRPr sz="3000">
                <a:solidFill>
                  <a:srgbClr val="FFFFFF"/>
                </a:solidFill>
              </a:defRPr>
            </a:lvl1pPr>
            <a:lvl2pPr lvl="1" rtl="0" algn="ctr">
              <a:spcBef>
                <a:spcPts val="0"/>
              </a:spcBef>
              <a:spcAft>
                <a:spcPts val="0"/>
              </a:spcAft>
              <a:buClr>
                <a:srgbClr val="FFFFFF"/>
              </a:buClr>
              <a:buSzPts val="1100"/>
              <a:buNone/>
              <a:defRPr sz="1100">
                <a:solidFill>
                  <a:srgbClr val="FFFFFF"/>
                </a:solidFill>
              </a:defRPr>
            </a:lvl2pPr>
            <a:lvl3pPr lvl="2" rtl="0" algn="ctr">
              <a:spcBef>
                <a:spcPts val="0"/>
              </a:spcBef>
              <a:spcAft>
                <a:spcPts val="0"/>
              </a:spcAft>
              <a:buClr>
                <a:srgbClr val="FFFFFF"/>
              </a:buClr>
              <a:buSzPts val="1100"/>
              <a:buNone/>
              <a:defRPr sz="1100">
                <a:solidFill>
                  <a:srgbClr val="FFFFFF"/>
                </a:solidFill>
              </a:defRPr>
            </a:lvl3pPr>
            <a:lvl4pPr lvl="3" rtl="0" algn="ctr">
              <a:spcBef>
                <a:spcPts val="0"/>
              </a:spcBef>
              <a:spcAft>
                <a:spcPts val="0"/>
              </a:spcAft>
              <a:buClr>
                <a:srgbClr val="FFFFFF"/>
              </a:buClr>
              <a:buSzPts val="1100"/>
              <a:buNone/>
              <a:defRPr sz="1100">
                <a:solidFill>
                  <a:srgbClr val="FFFFFF"/>
                </a:solidFill>
              </a:defRPr>
            </a:lvl4pPr>
            <a:lvl5pPr lvl="4" rtl="0" algn="ctr">
              <a:spcBef>
                <a:spcPts val="0"/>
              </a:spcBef>
              <a:spcAft>
                <a:spcPts val="0"/>
              </a:spcAft>
              <a:buClr>
                <a:srgbClr val="FFFFFF"/>
              </a:buClr>
              <a:buSzPts val="1100"/>
              <a:buNone/>
              <a:defRPr sz="1100">
                <a:solidFill>
                  <a:srgbClr val="FFFFFF"/>
                </a:solidFill>
              </a:defRPr>
            </a:lvl5pPr>
            <a:lvl6pPr lvl="5" rtl="0" algn="ctr">
              <a:spcBef>
                <a:spcPts val="0"/>
              </a:spcBef>
              <a:spcAft>
                <a:spcPts val="0"/>
              </a:spcAft>
              <a:buClr>
                <a:srgbClr val="FFFFFF"/>
              </a:buClr>
              <a:buSzPts val="1100"/>
              <a:buNone/>
              <a:defRPr sz="1100">
                <a:solidFill>
                  <a:srgbClr val="FFFFFF"/>
                </a:solidFill>
              </a:defRPr>
            </a:lvl6pPr>
            <a:lvl7pPr lvl="6" rtl="0" algn="ctr">
              <a:spcBef>
                <a:spcPts val="0"/>
              </a:spcBef>
              <a:spcAft>
                <a:spcPts val="0"/>
              </a:spcAft>
              <a:buClr>
                <a:srgbClr val="FFFFFF"/>
              </a:buClr>
              <a:buSzPts val="1100"/>
              <a:buNone/>
              <a:defRPr sz="1100">
                <a:solidFill>
                  <a:srgbClr val="FFFFFF"/>
                </a:solidFill>
              </a:defRPr>
            </a:lvl7pPr>
            <a:lvl8pPr lvl="7" rtl="0" algn="ctr">
              <a:spcBef>
                <a:spcPts val="0"/>
              </a:spcBef>
              <a:spcAft>
                <a:spcPts val="0"/>
              </a:spcAft>
              <a:buClr>
                <a:srgbClr val="FFFFFF"/>
              </a:buClr>
              <a:buSzPts val="1100"/>
              <a:buNone/>
              <a:defRPr sz="1100">
                <a:solidFill>
                  <a:srgbClr val="FFFFFF"/>
                </a:solidFill>
              </a:defRPr>
            </a:lvl8pPr>
            <a:lvl9pPr lvl="8" rtl="0" algn="ctr">
              <a:spcBef>
                <a:spcPts val="0"/>
              </a:spcBef>
              <a:spcAft>
                <a:spcPts val="0"/>
              </a:spcAft>
              <a:buClr>
                <a:srgbClr val="FFFFFF"/>
              </a:buClr>
              <a:buSzPts val="1100"/>
              <a:buNone/>
              <a:defRPr sz="1100">
                <a:solidFill>
                  <a:srgbClr val="FFFFFF"/>
                </a:solidFill>
              </a:defRPr>
            </a:lvl9pPr>
          </a:lstStyle>
          <a:p/>
        </p:txBody>
      </p:sp>
      <p:cxnSp>
        <p:nvCxnSpPr>
          <p:cNvPr id="109" name="Google Shape;109;p15"/>
          <p:cNvCxnSpPr>
            <a:stCxn id="108" idx="2"/>
          </p:cNvCxnSpPr>
          <p:nvPr/>
        </p:nvCxnSpPr>
        <p:spPr>
          <a:xfrm>
            <a:off x="4571950" y="986500"/>
            <a:ext cx="4575600" cy="0"/>
          </a:xfrm>
          <a:prstGeom prst="straightConnector1">
            <a:avLst/>
          </a:prstGeom>
          <a:noFill/>
          <a:ln cap="flat" cmpd="sng" w="28575">
            <a:solidFill>
              <a:srgbClr val="FFFFFF"/>
            </a:solidFill>
            <a:prstDash val="solid"/>
            <a:round/>
            <a:headEnd len="med" w="med" type="none"/>
            <a:tailEnd len="med" w="med" type="none"/>
          </a:ln>
        </p:spPr>
      </p:cxnSp>
      <p:sp>
        <p:nvSpPr>
          <p:cNvPr id="110" name="Google Shape;110;p15"/>
          <p:cNvSpPr/>
          <p:nvPr/>
        </p:nvSpPr>
        <p:spPr>
          <a:xfrm>
            <a:off x="815350" y="2853050"/>
            <a:ext cx="3594900" cy="1130100"/>
          </a:xfrm>
          <a:prstGeom prst="rect">
            <a:avLst/>
          </a:prstGeom>
          <a:solidFill>
            <a:srgbClr val="494ECE">
              <a:alpha val="51540"/>
            </a:srgbClr>
          </a:solidFill>
          <a:ln cap="flat" cmpd="sng" w="28575">
            <a:solidFill>
              <a:srgbClr val="733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1" name="Google Shape;111;p15"/>
          <p:cNvSpPr/>
          <p:nvPr/>
        </p:nvSpPr>
        <p:spPr>
          <a:xfrm>
            <a:off x="1878200" y="1616125"/>
            <a:ext cx="5387400" cy="1384200"/>
          </a:xfrm>
          <a:prstGeom prst="rect">
            <a:avLst/>
          </a:prstGeom>
          <a:solidFill>
            <a:srgbClr val="00FFFF">
              <a:alpha val="45380"/>
            </a:srgbClr>
          </a:solid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2" name="Google Shape;112;p15"/>
          <p:cNvSpPr/>
          <p:nvPr/>
        </p:nvSpPr>
        <p:spPr>
          <a:xfrm>
            <a:off x="4218450" y="3465375"/>
            <a:ext cx="3594900" cy="898200"/>
          </a:xfrm>
          <a:prstGeom prst="rect">
            <a:avLst/>
          </a:prstGeom>
          <a:solidFill>
            <a:srgbClr val="10D6B6">
              <a:alpha val="70590"/>
            </a:srgbClr>
          </a:solidFill>
          <a:ln cap="flat" cmpd="sng" w="28575">
            <a:solidFill>
              <a:srgbClr val="11E4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113" name="Google Shape;113;p15"/>
          <p:cNvSpPr txBox="1"/>
          <p:nvPr>
            <p:ph hasCustomPrompt="1" idx="2" type="title"/>
          </p:nvPr>
        </p:nvSpPr>
        <p:spPr>
          <a:xfrm>
            <a:off x="2637350" y="1882375"/>
            <a:ext cx="3869400" cy="85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7200"/>
              <a:buNone/>
              <a:defRPr sz="7200">
                <a:solidFill>
                  <a:srgbClr val="FFFFFF"/>
                </a:solidFill>
              </a:defRPr>
            </a:lvl1pPr>
            <a:lvl2pPr lvl="1"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7200"/>
              <a:buFont typeface="Fira Sans Extra Condensed Medium"/>
              <a:buNone/>
              <a:defRPr sz="72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4" name="Google Shape;114;p15"/>
          <p:cNvSpPr txBox="1"/>
          <p:nvPr>
            <p:ph hasCustomPrompt="1" idx="3" type="title"/>
          </p:nvPr>
        </p:nvSpPr>
        <p:spPr>
          <a:xfrm>
            <a:off x="967476" y="3129125"/>
            <a:ext cx="32907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15" name="Google Shape;115;p15"/>
          <p:cNvSpPr txBox="1"/>
          <p:nvPr>
            <p:ph hasCustomPrompt="1" idx="4" type="title"/>
          </p:nvPr>
        </p:nvSpPr>
        <p:spPr>
          <a:xfrm>
            <a:off x="4414951" y="3629950"/>
            <a:ext cx="32019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extLst>
    <p:ext uri="{DCECCB84-F9BA-43D5-87BE-67443E8EF086}">
      <p15:sldGuideLst>
        <p15:guide id="1" pos="2880">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434343"/>
              </a:buClr>
              <a:buSzPts val="2800"/>
              <a:buFont typeface="Saira ExtraCondensed SemiBold"/>
              <a:buNone/>
              <a:defRPr sz="2800">
                <a:solidFill>
                  <a:srgbClr val="434343"/>
                </a:solidFill>
                <a:latin typeface="Saira ExtraCondensed SemiBold"/>
                <a:ea typeface="Saira ExtraCondensed SemiBold"/>
                <a:cs typeface="Saira ExtraCondensed SemiBold"/>
                <a:sym typeface="Saira ExtraCondensed SemiBold"/>
              </a:defRPr>
            </a:lvl1pPr>
            <a:lvl2pPr lvl="1">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2pPr>
            <a:lvl3pPr lvl="2">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3pPr>
            <a:lvl4pPr lvl="3">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4pPr>
            <a:lvl5pPr lvl="4">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5pPr>
            <a:lvl6pPr lvl="5">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6pPr>
            <a:lvl7pPr lvl="6">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7pPr>
            <a:lvl8pPr lvl="7">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8pPr>
            <a:lvl9pPr lvl="8">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15000"/>
              </a:lnSpc>
              <a:spcBef>
                <a:spcPts val="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1pPr>
            <a:lvl2pPr indent="-304800" lvl="1" marL="914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2pPr>
            <a:lvl3pPr indent="-304800" lvl="2" marL="1371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3pPr>
            <a:lvl4pPr indent="-304800" lvl="3" marL="18288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4pPr>
            <a:lvl5pPr indent="-304800" lvl="4" marL="22860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5pPr>
            <a:lvl6pPr indent="-304800" lvl="5" marL="27432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6pPr>
            <a:lvl7pPr indent="-304800" lvl="6" marL="32004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7pPr>
            <a:lvl8pPr indent="-304800" lvl="7" marL="3657600" rtl="0">
              <a:lnSpc>
                <a:spcPct val="115000"/>
              </a:lnSpc>
              <a:spcBef>
                <a:spcPts val="1600"/>
              </a:spcBef>
              <a:spcAft>
                <a:spcPts val="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8pPr>
            <a:lvl9pPr indent="-304800" lvl="8" marL="4114800" rtl="0">
              <a:lnSpc>
                <a:spcPct val="115000"/>
              </a:lnSpc>
              <a:spcBef>
                <a:spcPts val="1600"/>
              </a:spcBef>
              <a:spcAft>
                <a:spcPts val="1600"/>
              </a:spcAft>
              <a:buClr>
                <a:srgbClr val="666666"/>
              </a:buClr>
              <a:buSzPts val="1200"/>
              <a:buFont typeface="Barlow Semi Condensed"/>
              <a:buChar char="■"/>
              <a:defRPr sz="1200">
                <a:solidFill>
                  <a:srgbClr val="666666"/>
                </a:solidFill>
                <a:latin typeface="Barlow Semi Condensed"/>
                <a:ea typeface="Barlow Semi Condensed"/>
                <a:cs typeface="Barlow Semi Condensed"/>
                <a:sym typeface="Barlow Semi Condensed"/>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rgbClr val="666666"/>
                </a:solidFill>
                <a:latin typeface="Roboto Slab Regular"/>
                <a:ea typeface="Roboto Slab Regular"/>
                <a:cs typeface="Roboto Slab Regular"/>
                <a:sym typeface="Roboto Slab Regular"/>
              </a:defRPr>
            </a:lvl1pPr>
            <a:lvl2pPr lvl="1" algn="r">
              <a:buNone/>
              <a:defRPr sz="1300">
                <a:solidFill>
                  <a:srgbClr val="666666"/>
                </a:solidFill>
                <a:latin typeface="Roboto Slab Regular"/>
                <a:ea typeface="Roboto Slab Regular"/>
                <a:cs typeface="Roboto Slab Regular"/>
                <a:sym typeface="Roboto Slab Regular"/>
              </a:defRPr>
            </a:lvl2pPr>
            <a:lvl3pPr lvl="2" algn="r">
              <a:buNone/>
              <a:defRPr sz="1300">
                <a:solidFill>
                  <a:srgbClr val="666666"/>
                </a:solidFill>
                <a:latin typeface="Roboto Slab Regular"/>
                <a:ea typeface="Roboto Slab Regular"/>
                <a:cs typeface="Roboto Slab Regular"/>
                <a:sym typeface="Roboto Slab Regular"/>
              </a:defRPr>
            </a:lvl3pPr>
            <a:lvl4pPr lvl="3" algn="r">
              <a:buNone/>
              <a:defRPr sz="1300">
                <a:solidFill>
                  <a:srgbClr val="666666"/>
                </a:solidFill>
                <a:latin typeface="Roboto Slab Regular"/>
                <a:ea typeface="Roboto Slab Regular"/>
                <a:cs typeface="Roboto Slab Regular"/>
                <a:sym typeface="Roboto Slab Regular"/>
              </a:defRPr>
            </a:lvl4pPr>
            <a:lvl5pPr lvl="4" algn="r">
              <a:buNone/>
              <a:defRPr sz="1300">
                <a:solidFill>
                  <a:srgbClr val="666666"/>
                </a:solidFill>
                <a:latin typeface="Roboto Slab Regular"/>
                <a:ea typeface="Roboto Slab Regular"/>
                <a:cs typeface="Roboto Slab Regular"/>
                <a:sym typeface="Roboto Slab Regular"/>
              </a:defRPr>
            </a:lvl5pPr>
            <a:lvl6pPr lvl="5" algn="r">
              <a:buNone/>
              <a:defRPr sz="1300">
                <a:solidFill>
                  <a:srgbClr val="666666"/>
                </a:solidFill>
                <a:latin typeface="Roboto Slab Regular"/>
                <a:ea typeface="Roboto Slab Regular"/>
                <a:cs typeface="Roboto Slab Regular"/>
                <a:sym typeface="Roboto Slab Regular"/>
              </a:defRPr>
            </a:lvl6pPr>
            <a:lvl7pPr lvl="6" algn="r">
              <a:buNone/>
              <a:defRPr sz="1300">
                <a:solidFill>
                  <a:srgbClr val="666666"/>
                </a:solidFill>
                <a:latin typeface="Roboto Slab Regular"/>
                <a:ea typeface="Roboto Slab Regular"/>
                <a:cs typeface="Roboto Slab Regular"/>
                <a:sym typeface="Roboto Slab Regular"/>
              </a:defRPr>
            </a:lvl7pPr>
            <a:lvl8pPr lvl="7" algn="r">
              <a:buNone/>
              <a:defRPr sz="1300">
                <a:solidFill>
                  <a:srgbClr val="666666"/>
                </a:solidFill>
                <a:latin typeface="Roboto Slab Regular"/>
                <a:ea typeface="Roboto Slab Regular"/>
                <a:cs typeface="Roboto Slab Regular"/>
                <a:sym typeface="Roboto Slab Regular"/>
              </a:defRPr>
            </a:lvl8pPr>
            <a:lvl9pPr lvl="8" algn="r">
              <a:buNone/>
              <a:defRPr sz="1300">
                <a:solidFill>
                  <a:srgbClr val="666666"/>
                </a:solidFill>
                <a:latin typeface="Roboto Slab Regular"/>
                <a:ea typeface="Roboto Slab Regular"/>
                <a:cs typeface="Roboto Slab Regular"/>
                <a:sym typeface="Roboto Slab Regular"/>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23.png"/><Relationship Id="rId6"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26.png"/><Relationship Id="rId7"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0D6B6">
                <a:alpha val="70588"/>
              </a:srgbClr>
            </a:gs>
            <a:gs pos="100000">
              <a:srgbClr val="7337D4"/>
            </a:gs>
          </a:gsLst>
          <a:lin ang="0" scaled="0"/>
        </a:gradFill>
      </p:bgPr>
    </p:bg>
    <p:spTree>
      <p:nvGrpSpPr>
        <p:cNvPr id="119" name="Shape 119"/>
        <p:cNvGrpSpPr/>
        <p:nvPr/>
      </p:nvGrpSpPr>
      <p:grpSpPr>
        <a:xfrm>
          <a:off x="0" y="0"/>
          <a:ext cx="0" cy="0"/>
          <a:chOff x="0" y="0"/>
          <a:chExt cx="0" cy="0"/>
        </a:xfrm>
      </p:grpSpPr>
      <p:sp>
        <p:nvSpPr>
          <p:cNvPr id="120" name="Google Shape;120;p16"/>
          <p:cNvSpPr txBox="1"/>
          <p:nvPr>
            <p:ph idx="1" type="subTitle"/>
          </p:nvPr>
        </p:nvSpPr>
        <p:spPr>
          <a:xfrm flipH="1">
            <a:off x="1144725" y="3316575"/>
            <a:ext cx="2304000" cy="67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Ivo Kostovski</a:t>
            </a:r>
            <a:endParaRPr/>
          </a:p>
          <a:p>
            <a:pPr indent="0" lvl="0" marL="0" rtl="0" algn="l">
              <a:spcBef>
                <a:spcPts val="0"/>
              </a:spcBef>
              <a:spcAft>
                <a:spcPts val="0"/>
              </a:spcAft>
              <a:buNone/>
            </a:pPr>
            <a:r>
              <a:rPr lang="es"/>
              <a:t>Trainer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Gjorge Dimitrov</a:t>
            </a:r>
            <a:endParaRPr/>
          </a:p>
          <a:p>
            <a:pPr indent="0" lvl="0" marL="0" rtl="0" algn="l">
              <a:spcBef>
                <a:spcPts val="0"/>
              </a:spcBef>
              <a:spcAft>
                <a:spcPts val="0"/>
              </a:spcAft>
              <a:buClr>
                <a:schemeClr val="dk1"/>
              </a:buClr>
              <a:buSzPts val="1100"/>
              <a:buFont typeface="Arial"/>
              <a:buNone/>
            </a:pPr>
            <a:r>
              <a:rPr lang="es">
                <a:solidFill>
                  <a:schemeClr val="lt1"/>
                </a:solidFill>
              </a:rPr>
              <a:t>Assistant</a:t>
            </a:r>
            <a:endParaRPr/>
          </a:p>
        </p:txBody>
      </p:sp>
      <p:sp>
        <p:nvSpPr>
          <p:cNvPr id="121" name="Google Shape;121;p16"/>
          <p:cNvSpPr txBox="1"/>
          <p:nvPr>
            <p:ph type="ctrTitle"/>
          </p:nvPr>
        </p:nvSpPr>
        <p:spPr>
          <a:xfrm flipH="1">
            <a:off x="1144700" y="2646075"/>
            <a:ext cx="3925200" cy="67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CSS GRID</a:t>
            </a:r>
            <a:endParaRPr>
              <a:latin typeface="Saira ExtraCondensed SemiBold"/>
              <a:ea typeface="Saira ExtraCondensed SemiBold"/>
              <a:cs typeface="Saira ExtraCondensed SemiBold"/>
              <a:sym typeface="Saira ExtraCondensed SemiBold"/>
            </a:endParaRPr>
          </a:p>
        </p:txBody>
      </p:sp>
      <p:pic>
        <p:nvPicPr>
          <p:cNvPr id="122" name="Google Shape;122;p16"/>
          <p:cNvPicPr preferRelativeResize="0"/>
          <p:nvPr/>
        </p:nvPicPr>
        <p:blipFill>
          <a:blip r:embed="rId3">
            <a:alphaModFix/>
          </a:blip>
          <a:stretch>
            <a:fillRect/>
          </a:stretch>
        </p:blipFill>
        <p:spPr>
          <a:xfrm>
            <a:off x="3932575" y="335075"/>
            <a:ext cx="4300148" cy="42310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flipH="1">
            <a:off x="4507212" y="1092475"/>
            <a:ext cx="3442363" cy="3151851"/>
          </a:xfrm>
          <a:prstGeom prst="rect">
            <a:avLst/>
          </a:prstGeom>
          <a:noFill/>
          <a:ln>
            <a:noFill/>
          </a:ln>
        </p:spPr>
      </p:pic>
      <p:sp>
        <p:nvSpPr>
          <p:cNvPr id="128" name="Google Shape;128;p17"/>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GRID</a:t>
            </a:r>
            <a:endParaRPr/>
          </a:p>
        </p:txBody>
      </p:sp>
      <p:sp>
        <p:nvSpPr>
          <p:cNvPr id="129" name="Google Shape;129;p17"/>
          <p:cNvSpPr txBox="1"/>
          <p:nvPr>
            <p:ph type="title"/>
          </p:nvPr>
        </p:nvSpPr>
        <p:spPr>
          <a:xfrm>
            <a:off x="303938" y="1858700"/>
            <a:ext cx="1444800" cy="1619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01</a:t>
            </a:r>
            <a:endParaRPr/>
          </a:p>
        </p:txBody>
      </p:sp>
      <p:sp>
        <p:nvSpPr>
          <p:cNvPr id="130" name="Google Shape;130;p17"/>
          <p:cNvSpPr txBox="1"/>
          <p:nvPr>
            <p:ph idx="1" type="subTitle"/>
          </p:nvPr>
        </p:nvSpPr>
        <p:spPr>
          <a:xfrm>
            <a:off x="2109125" y="2952175"/>
            <a:ext cx="2294400" cy="11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The CSS Grid Layout Module offers a grid-based layout system, with rows and columns, making it easier to design web pages without having to use floats and positioning.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CSS Grid</a:t>
            </a:r>
            <a:endParaRPr>
              <a:latin typeface="Saira ExtraCondensed SemiBold"/>
              <a:ea typeface="Saira ExtraCondensed SemiBold"/>
              <a:cs typeface="Saira ExtraCondensed SemiBold"/>
              <a:sym typeface="Saira ExtraCondensed SemiBold"/>
            </a:endParaRPr>
          </a:p>
        </p:txBody>
      </p:sp>
      <p:sp>
        <p:nvSpPr>
          <p:cNvPr id="136" name="Google Shape;136;p18"/>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500">
                <a:solidFill>
                  <a:srgbClr val="FFFFFF"/>
                </a:solidFill>
              </a:rPr>
              <a:t>CSS Grid Layout is the most powerful layout system available in CSS. It is a </a:t>
            </a:r>
            <a:r>
              <a:rPr b="1" lang="es" sz="1500">
                <a:solidFill>
                  <a:srgbClr val="FFFFFF"/>
                </a:solidFill>
              </a:rPr>
              <a:t>2-dimensional system</a:t>
            </a:r>
            <a:r>
              <a:rPr lang="es" sz="1500">
                <a:solidFill>
                  <a:srgbClr val="FFFFFF"/>
                </a:solidFill>
              </a:rPr>
              <a:t>, meaning it can handle </a:t>
            </a:r>
            <a:r>
              <a:rPr b="1" lang="es" sz="1500">
                <a:solidFill>
                  <a:srgbClr val="FFFFFF"/>
                </a:solidFill>
              </a:rPr>
              <a:t>both columns and rows,</a:t>
            </a:r>
            <a:r>
              <a:rPr lang="es" sz="1500">
                <a:solidFill>
                  <a:srgbClr val="FFFFFF"/>
                </a:solidFill>
              </a:rPr>
              <a:t> unlike flexbox which is largely a 1-dimensional system. You work with Grid Layout by applying CSS rules both to a parent element (which becomes the Grid Container) and to that element’s children (which become Grid Items).</a:t>
            </a:r>
            <a:endParaRPr sz="15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9"/>
          <p:cNvPicPr preferRelativeResize="0"/>
          <p:nvPr/>
        </p:nvPicPr>
        <p:blipFill>
          <a:blip r:embed="rId3">
            <a:alphaModFix/>
          </a:blip>
          <a:stretch>
            <a:fillRect/>
          </a:stretch>
        </p:blipFill>
        <p:spPr>
          <a:xfrm flipH="1">
            <a:off x="4507212" y="1092475"/>
            <a:ext cx="3442363" cy="3151851"/>
          </a:xfrm>
          <a:prstGeom prst="rect">
            <a:avLst/>
          </a:prstGeom>
          <a:noFill/>
          <a:ln>
            <a:noFill/>
          </a:ln>
        </p:spPr>
      </p:pic>
      <p:sp>
        <p:nvSpPr>
          <p:cNvPr id="142" name="Google Shape;142;p19"/>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Properties for Parent</a:t>
            </a:r>
            <a:endParaRPr/>
          </a:p>
        </p:txBody>
      </p:sp>
      <p:sp>
        <p:nvSpPr>
          <p:cNvPr id="143" name="Google Shape;143;p19"/>
          <p:cNvSpPr txBox="1"/>
          <p:nvPr>
            <p:ph type="title"/>
          </p:nvPr>
        </p:nvSpPr>
        <p:spPr>
          <a:xfrm>
            <a:off x="303938" y="1858700"/>
            <a:ext cx="1444800" cy="1619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02</a:t>
            </a:r>
            <a:endParaRPr/>
          </a:p>
        </p:txBody>
      </p:sp>
      <p:sp>
        <p:nvSpPr>
          <p:cNvPr id="144" name="Google Shape;144;p19"/>
          <p:cNvSpPr txBox="1"/>
          <p:nvPr>
            <p:ph idx="1" type="subTitle"/>
          </p:nvPr>
        </p:nvSpPr>
        <p:spPr>
          <a:xfrm>
            <a:off x="2109125" y="2952175"/>
            <a:ext cx="22944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Container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Display</a:t>
            </a:r>
            <a:endParaRPr>
              <a:latin typeface="Saira ExtraCondensed SemiBold"/>
              <a:ea typeface="Saira ExtraCondensed SemiBold"/>
              <a:cs typeface="Saira ExtraCondensed SemiBold"/>
              <a:sym typeface="Saira ExtraCondensed SemiBold"/>
            </a:endParaRPr>
          </a:p>
        </p:txBody>
      </p:sp>
      <p:sp>
        <p:nvSpPr>
          <p:cNvPr id="150" name="Google Shape;150;p20"/>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FFFFFF"/>
                </a:solidFill>
              </a:rPr>
              <a:t>Defines the element as a grid container and establishes a new grid formatting context for its contents.</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Values:</a:t>
            </a:r>
            <a:endParaRPr sz="1500">
              <a:solidFill>
                <a:srgbClr val="FFFFFF"/>
              </a:solidFill>
            </a:endParaRPr>
          </a:p>
          <a:p>
            <a:pPr indent="-323850" lvl="0" marL="457200" rtl="0" algn="l">
              <a:spcBef>
                <a:spcPts val="1600"/>
              </a:spcBef>
              <a:spcAft>
                <a:spcPts val="0"/>
              </a:spcAft>
              <a:buClr>
                <a:srgbClr val="FFFFFF"/>
              </a:buClr>
              <a:buSzPts val="1500"/>
              <a:buChar char="●"/>
            </a:pPr>
            <a:r>
              <a:rPr lang="es" sz="1500">
                <a:solidFill>
                  <a:srgbClr val="FFFFFF"/>
                </a:solidFill>
              </a:rPr>
              <a:t>grid – generates a block-level grid</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inline-grid – generates an inline-level grid</a:t>
            </a:r>
            <a:endParaRPr sz="15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grid-template-columns | grid-template-rows</a:t>
            </a:r>
            <a:endParaRPr/>
          </a:p>
        </p:txBody>
      </p:sp>
      <p:sp>
        <p:nvSpPr>
          <p:cNvPr id="156" name="Google Shape;156;p21"/>
          <p:cNvSpPr txBox="1"/>
          <p:nvPr>
            <p:ph idx="4294967295" type="subTitle"/>
          </p:nvPr>
        </p:nvSpPr>
        <p:spPr>
          <a:xfrm flipH="1">
            <a:off x="535750" y="1413525"/>
            <a:ext cx="40305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FFFFFF"/>
                </a:solidFill>
              </a:rPr>
              <a:t>Defines the columns and rows of the grid with a space-separated list of values. The values represent the track size, and the space between them represents the grid line.</a:t>
            </a:r>
            <a:endParaRPr sz="1400">
              <a:solidFill>
                <a:srgbClr val="FFFFFF"/>
              </a:solidFill>
            </a:endParaRPr>
          </a:p>
          <a:p>
            <a:pPr indent="0" lvl="0" marL="0" rtl="0" algn="l">
              <a:spcBef>
                <a:spcPts val="1600"/>
              </a:spcBef>
              <a:spcAft>
                <a:spcPts val="0"/>
              </a:spcAft>
              <a:buNone/>
            </a:pPr>
            <a:r>
              <a:rPr lang="es" sz="1400">
                <a:solidFill>
                  <a:srgbClr val="FFFFFF"/>
                </a:solidFill>
              </a:rPr>
              <a:t>Values: </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&lt;track-size&gt; – can be a length, a percentage, or a fraction of the free space in the grid (using the fr unit)</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&lt;line-name&gt; – an arbitrary name of your choosing</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pic>
        <p:nvPicPr>
          <p:cNvPr id="157" name="Google Shape;157;p21"/>
          <p:cNvPicPr preferRelativeResize="0"/>
          <p:nvPr/>
        </p:nvPicPr>
        <p:blipFill>
          <a:blip r:embed="rId3">
            <a:alphaModFix/>
          </a:blip>
          <a:stretch>
            <a:fillRect/>
          </a:stretch>
        </p:blipFill>
        <p:spPr>
          <a:xfrm>
            <a:off x="4696450" y="983375"/>
            <a:ext cx="4272950" cy="36494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grid-template-columns | grid-template-rows</a:t>
            </a:r>
            <a:endParaRPr/>
          </a:p>
        </p:txBody>
      </p:sp>
      <p:pic>
        <p:nvPicPr>
          <p:cNvPr id="163" name="Google Shape;163;p22"/>
          <p:cNvPicPr preferRelativeResize="0"/>
          <p:nvPr/>
        </p:nvPicPr>
        <p:blipFill>
          <a:blip r:embed="rId3">
            <a:alphaModFix/>
          </a:blip>
          <a:stretch>
            <a:fillRect/>
          </a:stretch>
        </p:blipFill>
        <p:spPr>
          <a:xfrm>
            <a:off x="2400225" y="1287450"/>
            <a:ext cx="4272950" cy="34677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grid-template-areas</a:t>
            </a:r>
            <a:endParaRPr/>
          </a:p>
        </p:txBody>
      </p:sp>
      <p:sp>
        <p:nvSpPr>
          <p:cNvPr id="169" name="Google Shape;169;p23"/>
          <p:cNvSpPr txBox="1"/>
          <p:nvPr>
            <p:ph idx="4294967295" type="subTitle"/>
          </p:nvPr>
        </p:nvSpPr>
        <p:spPr>
          <a:xfrm flipH="1">
            <a:off x="535650" y="1413525"/>
            <a:ext cx="81306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Defines a grid template by referencing the names of the grid areas which are specified with the grid-area property. Repeating the name of a grid area causes the content to span those cells. A period signifies an empty cell. The syntax itself provides a visualization of the structure of the grid.</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&lt;grid-area-name&gt; – the name of a grid area specified with grid-area</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 – a period signifies an empty grid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none – no grid areas are defined</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grid-template-areas</a:t>
            </a:r>
            <a:endParaRPr/>
          </a:p>
        </p:txBody>
      </p:sp>
      <p:pic>
        <p:nvPicPr>
          <p:cNvPr id="175" name="Google Shape;175;p24"/>
          <p:cNvPicPr preferRelativeResize="0"/>
          <p:nvPr/>
        </p:nvPicPr>
        <p:blipFill>
          <a:blip r:embed="rId3">
            <a:alphaModFix/>
          </a:blip>
          <a:stretch>
            <a:fillRect/>
          </a:stretch>
        </p:blipFill>
        <p:spPr>
          <a:xfrm>
            <a:off x="2366963" y="1521975"/>
            <a:ext cx="4410075" cy="3114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grid-template</a:t>
            </a:r>
            <a:endParaRPr/>
          </a:p>
        </p:txBody>
      </p:sp>
      <p:sp>
        <p:nvSpPr>
          <p:cNvPr id="181" name="Google Shape;181;p25"/>
          <p:cNvSpPr txBox="1"/>
          <p:nvPr>
            <p:ph idx="4294967295" type="subTitle"/>
          </p:nvPr>
        </p:nvSpPr>
        <p:spPr>
          <a:xfrm flipH="1">
            <a:off x="535650" y="1413525"/>
            <a:ext cx="81306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A shorthand for setting grid-template-rows, grid-template-columns, and grid-template-areas in a single declaration.</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none – sets all three properties to their initial values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&lt;grid-template-rows&gt; / &lt;grid-template-columns&gt; – sets grid-template-columns and grid-template-rows to the specified values, respectively, and sets grid-template-areas to none</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column-gap, row-gap, grid-column-gap, grid-row-gap</a:t>
            </a:r>
            <a:endParaRPr/>
          </a:p>
        </p:txBody>
      </p:sp>
      <p:pic>
        <p:nvPicPr>
          <p:cNvPr id="187" name="Google Shape;187;p26"/>
          <p:cNvPicPr preferRelativeResize="0"/>
          <p:nvPr/>
        </p:nvPicPr>
        <p:blipFill>
          <a:blip r:embed="rId3">
            <a:alphaModFix/>
          </a:blip>
          <a:stretch>
            <a:fillRect/>
          </a:stretch>
        </p:blipFill>
        <p:spPr>
          <a:xfrm>
            <a:off x="2376488" y="1120650"/>
            <a:ext cx="4391025" cy="3876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justify-items</a:t>
            </a:r>
            <a:endParaRPr/>
          </a:p>
        </p:txBody>
      </p:sp>
      <p:sp>
        <p:nvSpPr>
          <p:cNvPr id="193" name="Google Shape;193;p27"/>
          <p:cNvSpPr txBox="1"/>
          <p:nvPr>
            <p:ph idx="4294967295" type="subTitle"/>
          </p:nvPr>
        </p:nvSpPr>
        <p:spPr>
          <a:xfrm flipH="1">
            <a:off x="535675" y="1413525"/>
            <a:ext cx="38052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Aligns grid items along the inline (row) axis (as opposed to align-items which aligns along the block (column) axis). This value applies to all grid items inside the container.</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start – aligns items to be flush with the start edge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end – aligns items to be flush with the end edge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center – aligns items in the center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stretch – fills the whole width of the cell (this is the default)</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pic>
        <p:nvPicPr>
          <p:cNvPr id="194" name="Google Shape;194;p27"/>
          <p:cNvPicPr preferRelativeResize="0"/>
          <p:nvPr/>
        </p:nvPicPr>
        <p:blipFill>
          <a:blip r:embed="rId3">
            <a:alphaModFix/>
          </a:blip>
          <a:stretch>
            <a:fillRect/>
          </a:stretch>
        </p:blipFill>
        <p:spPr>
          <a:xfrm>
            <a:off x="5414762" y="869525"/>
            <a:ext cx="2413925" cy="923450"/>
          </a:xfrm>
          <a:prstGeom prst="rect">
            <a:avLst/>
          </a:prstGeom>
          <a:noFill/>
          <a:ln>
            <a:noFill/>
          </a:ln>
        </p:spPr>
      </p:pic>
      <p:pic>
        <p:nvPicPr>
          <p:cNvPr id="195" name="Google Shape;195;p27"/>
          <p:cNvPicPr preferRelativeResize="0"/>
          <p:nvPr/>
        </p:nvPicPr>
        <p:blipFill>
          <a:blip r:embed="rId4">
            <a:alphaModFix/>
          </a:blip>
          <a:stretch>
            <a:fillRect/>
          </a:stretch>
        </p:blipFill>
        <p:spPr>
          <a:xfrm>
            <a:off x="5415963" y="1926275"/>
            <a:ext cx="2402042" cy="923450"/>
          </a:xfrm>
          <a:prstGeom prst="rect">
            <a:avLst/>
          </a:prstGeom>
          <a:noFill/>
          <a:ln>
            <a:noFill/>
          </a:ln>
        </p:spPr>
      </p:pic>
      <p:pic>
        <p:nvPicPr>
          <p:cNvPr id="196" name="Google Shape;196;p27"/>
          <p:cNvPicPr preferRelativeResize="0"/>
          <p:nvPr/>
        </p:nvPicPr>
        <p:blipFill>
          <a:blip r:embed="rId5">
            <a:alphaModFix/>
          </a:blip>
          <a:stretch>
            <a:fillRect/>
          </a:stretch>
        </p:blipFill>
        <p:spPr>
          <a:xfrm>
            <a:off x="5420700" y="2983025"/>
            <a:ext cx="2392585" cy="923450"/>
          </a:xfrm>
          <a:prstGeom prst="rect">
            <a:avLst/>
          </a:prstGeom>
          <a:noFill/>
          <a:ln>
            <a:noFill/>
          </a:ln>
        </p:spPr>
      </p:pic>
      <p:pic>
        <p:nvPicPr>
          <p:cNvPr id="197" name="Google Shape;197;p27"/>
          <p:cNvPicPr preferRelativeResize="0"/>
          <p:nvPr/>
        </p:nvPicPr>
        <p:blipFill>
          <a:blip r:embed="rId6">
            <a:alphaModFix/>
          </a:blip>
          <a:stretch>
            <a:fillRect/>
          </a:stretch>
        </p:blipFill>
        <p:spPr>
          <a:xfrm>
            <a:off x="5420699" y="4060949"/>
            <a:ext cx="2392575" cy="9570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align-items</a:t>
            </a:r>
            <a:endParaRPr/>
          </a:p>
        </p:txBody>
      </p:sp>
      <p:sp>
        <p:nvSpPr>
          <p:cNvPr id="203" name="Google Shape;203;p28"/>
          <p:cNvSpPr txBox="1"/>
          <p:nvPr>
            <p:ph idx="4294967295" type="subTitle"/>
          </p:nvPr>
        </p:nvSpPr>
        <p:spPr>
          <a:xfrm flipH="1">
            <a:off x="535675" y="989900"/>
            <a:ext cx="3805200" cy="364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Aligns grid items along the block (column) axis (as opposed to justify-items which aligns along the inline (row) axis). This value applies to all grid items inside the container.</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start – aligns items to be flush with the start edge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end – aligns items to be flush with the end edge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center – aligns items in the center of their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stretch – fills the whole height of the cell (this is the default)</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pic>
        <p:nvPicPr>
          <p:cNvPr id="204" name="Google Shape;204;p28"/>
          <p:cNvPicPr preferRelativeResize="0"/>
          <p:nvPr/>
        </p:nvPicPr>
        <p:blipFill>
          <a:blip r:embed="rId3">
            <a:alphaModFix/>
          </a:blip>
          <a:stretch>
            <a:fillRect/>
          </a:stretch>
        </p:blipFill>
        <p:spPr>
          <a:xfrm>
            <a:off x="5823275" y="252575"/>
            <a:ext cx="2826700" cy="1086700"/>
          </a:xfrm>
          <a:prstGeom prst="rect">
            <a:avLst/>
          </a:prstGeom>
          <a:noFill/>
          <a:ln>
            <a:noFill/>
          </a:ln>
        </p:spPr>
      </p:pic>
      <p:pic>
        <p:nvPicPr>
          <p:cNvPr id="205" name="Google Shape;205;p28"/>
          <p:cNvPicPr preferRelativeResize="0"/>
          <p:nvPr/>
        </p:nvPicPr>
        <p:blipFill>
          <a:blip r:embed="rId4">
            <a:alphaModFix/>
          </a:blip>
          <a:stretch>
            <a:fillRect/>
          </a:stretch>
        </p:blipFill>
        <p:spPr>
          <a:xfrm>
            <a:off x="5823275" y="1417947"/>
            <a:ext cx="2826700" cy="1126903"/>
          </a:xfrm>
          <a:prstGeom prst="rect">
            <a:avLst/>
          </a:prstGeom>
          <a:noFill/>
          <a:ln>
            <a:noFill/>
          </a:ln>
        </p:spPr>
      </p:pic>
      <p:pic>
        <p:nvPicPr>
          <p:cNvPr id="206" name="Google Shape;206;p28"/>
          <p:cNvPicPr preferRelativeResize="0"/>
          <p:nvPr/>
        </p:nvPicPr>
        <p:blipFill>
          <a:blip r:embed="rId5">
            <a:alphaModFix/>
          </a:blip>
          <a:stretch>
            <a:fillRect/>
          </a:stretch>
        </p:blipFill>
        <p:spPr>
          <a:xfrm>
            <a:off x="5823275" y="2666800"/>
            <a:ext cx="2826700" cy="1054553"/>
          </a:xfrm>
          <a:prstGeom prst="rect">
            <a:avLst/>
          </a:prstGeom>
          <a:noFill/>
          <a:ln>
            <a:noFill/>
          </a:ln>
        </p:spPr>
      </p:pic>
      <p:pic>
        <p:nvPicPr>
          <p:cNvPr id="207" name="Google Shape;207;p28"/>
          <p:cNvPicPr preferRelativeResize="0"/>
          <p:nvPr/>
        </p:nvPicPr>
        <p:blipFill>
          <a:blip r:embed="rId6">
            <a:alphaModFix/>
          </a:blip>
          <a:stretch>
            <a:fillRect/>
          </a:stretch>
        </p:blipFill>
        <p:spPr>
          <a:xfrm>
            <a:off x="5817012" y="3863100"/>
            <a:ext cx="2832963" cy="1086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justify-content</a:t>
            </a:r>
            <a:endParaRPr/>
          </a:p>
        </p:txBody>
      </p:sp>
      <p:sp>
        <p:nvSpPr>
          <p:cNvPr id="213" name="Google Shape;213;p29"/>
          <p:cNvSpPr txBox="1"/>
          <p:nvPr>
            <p:ph idx="4294967295" type="subTitle"/>
          </p:nvPr>
        </p:nvSpPr>
        <p:spPr>
          <a:xfrm flipH="1">
            <a:off x="241050" y="923025"/>
            <a:ext cx="5049600" cy="370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Sometimes the total size of your grid might be less than the size of its grid container. This could happen if all of your grid items are sized with non-flexible units like px. In this case you can set the alignment of the grid within the grid container. This property aligns the grid along the inline (row) axis (as opposed to align-content which aligns the grid along the block (column) axis).</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start – aligns the grid to be flush with the start edge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end – aligns the grid to be flush with the end edge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center – aligns the grid in the center of the grid container</a:t>
            </a:r>
            <a:endParaRPr sz="1400">
              <a:solidFill>
                <a:srgbClr val="FFFFFF"/>
              </a:solidFill>
            </a:endParaRPr>
          </a:p>
        </p:txBody>
      </p:sp>
      <p:pic>
        <p:nvPicPr>
          <p:cNvPr id="214" name="Google Shape;214;p29"/>
          <p:cNvPicPr preferRelativeResize="0"/>
          <p:nvPr/>
        </p:nvPicPr>
        <p:blipFill>
          <a:blip r:embed="rId3">
            <a:alphaModFix/>
          </a:blip>
          <a:stretch>
            <a:fillRect/>
          </a:stretch>
        </p:blipFill>
        <p:spPr>
          <a:xfrm>
            <a:off x="6240400" y="577325"/>
            <a:ext cx="2316425" cy="1345180"/>
          </a:xfrm>
          <a:prstGeom prst="rect">
            <a:avLst/>
          </a:prstGeom>
          <a:noFill/>
          <a:ln>
            <a:noFill/>
          </a:ln>
        </p:spPr>
      </p:pic>
      <p:pic>
        <p:nvPicPr>
          <p:cNvPr id="215" name="Google Shape;215;p29"/>
          <p:cNvPicPr preferRelativeResize="0"/>
          <p:nvPr/>
        </p:nvPicPr>
        <p:blipFill>
          <a:blip r:embed="rId4">
            <a:alphaModFix/>
          </a:blip>
          <a:stretch>
            <a:fillRect/>
          </a:stretch>
        </p:blipFill>
        <p:spPr>
          <a:xfrm>
            <a:off x="6240400" y="2093635"/>
            <a:ext cx="2316424" cy="1368575"/>
          </a:xfrm>
          <a:prstGeom prst="rect">
            <a:avLst/>
          </a:prstGeom>
          <a:noFill/>
          <a:ln>
            <a:noFill/>
          </a:ln>
        </p:spPr>
      </p:pic>
      <p:pic>
        <p:nvPicPr>
          <p:cNvPr id="216" name="Google Shape;216;p29"/>
          <p:cNvPicPr preferRelativeResize="0"/>
          <p:nvPr/>
        </p:nvPicPr>
        <p:blipFill>
          <a:blip r:embed="rId5">
            <a:alphaModFix/>
          </a:blip>
          <a:stretch>
            <a:fillRect/>
          </a:stretch>
        </p:blipFill>
        <p:spPr>
          <a:xfrm>
            <a:off x="6240400" y="3633325"/>
            <a:ext cx="2316425" cy="13194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justify-content</a:t>
            </a:r>
            <a:endParaRPr/>
          </a:p>
        </p:txBody>
      </p:sp>
      <p:sp>
        <p:nvSpPr>
          <p:cNvPr id="222" name="Google Shape;222;p30"/>
          <p:cNvSpPr txBox="1"/>
          <p:nvPr>
            <p:ph idx="4294967295" type="subTitle"/>
          </p:nvPr>
        </p:nvSpPr>
        <p:spPr>
          <a:xfrm flipH="1">
            <a:off x="240675" y="923025"/>
            <a:ext cx="2983200" cy="40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stretch – resizes the grid items to allow the grid to fill the full width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space-around – places an even amount of space between each grid item, with half-sized spaces on the far ends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space-between – places an even amount of space between each grid item, with no space at the far ends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space-evenly – places an even amount of space between each grid item, including the far ends</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pic>
        <p:nvPicPr>
          <p:cNvPr id="223" name="Google Shape;223;p30"/>
          <p:cNvPicPr preferRelativeResize="0"/>
          <p:nvPr/>
        </p:nvPicPr>
        <p:blipFill>
          <a:blip r:embed="rId3">
            <a:alphaModFix/>
          </a:blip>
          <a:stretch>
            <a:fillRect/>
          </a:stretch>
        </p:blipFill>
        <p:spPr>
          <a:xfrm>
            <a:off x="3440162" y="1461550"/>
            <a:ext cx="2637475" cy="1507125"/>
          </a:xfrm>
          <a:prstGeom prst="rect">
            <a:avLst/>
          </a:prstGeom>
          <a:noFill/>
          <a:ln>
            <a:noFill/>
          </a:ln>
        </p:spPr>
      </p:pic>
      <p:pic>
        <p:nvPicPr>
          <p:cNvPr id="224" name="Google Shape;224;p30"/>
          <p:cNvPicPr preferRelativeResize="0"/>
          <p:nvPr/>
        </p:nvPicPr>
        <p:blipFill>
          <a:blip r:embed="rId4">
            <a:alphaModFix/>
          </a:blip>
          <a:stretch>
            <a:fillRect/>
          </a:stretch>
        </p:blipFill>
        <p:spPr>
          <a:xfrm>
            <a:off x="6293925" y="1454625"/>
            <a:ext cx="2637475" cy="1520970"/>
          </a:xfrm>
          <a:prstGeom prst="rect">
            <a:avLst/>
          </a:prstGeom>
          <a:noFill/>
          <a:ln>
            <a:noFill/>
          </a:ln>
        </p:spPr>
      </p:pic>
      <p:pic>
        <p:nvPicPr>
          <p:cNvPr id="225" name="Google Shape;225;p30"/>
          <p:cNvPicPr preferRelativeResize="0"/>
          <p:nvPr/>
        </p:nvPicPr>
        <p:blipFill>
          <a:blip r:embed="rId5">
            <a:alphaModFix/>
          </a:blip>
          <a:stretch>
            <a:fillRect/>
          </a:stretch>
        </p:blipFill>
        <p:spPr>
          <a:xfrm>
            <a:off x="3440163" y="3261669"/>
            <a:ext cx="2637475" cy="1578031"/>
          </a:xfrm>
          <a:prstGeom prst="rect">
            <a:avLst/>
          </a:prstGeom>
          <a:noFill/>
          <a:ln>
            <a:noFill/>
          </a:ln>
        </p:spPr>
      </p:pic>
      <p:pic>
        <p:nvPicPr>
          <p:cNvPr id="226" name="Google Shape;226;p30"/>
          <p:cNvPicPr preferRelativeResize="0"/>
          <p:nvPr/>
        </p:nvPicPr>
        <p:blipFill>
          <a:blip r:embed="rId6">
            <a:alphaModFix/>
          </a:blip>
          <a:stretch>
            <a:fillRect/>
          </a:stretch>
        </p:blipFill>
        <p:spPr>
          <a:xfrm>
            <a:off x="6293925" y="3259999"/>
            <a:ext cx="2637475" cy="15813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align-content</a:t>
            </a:r>
            <a:endParaRPr/>
          </a:p>
        </p:txBody>
      </p:sp>
      <p:sp>
        <p:nvSpPr>
          <p:cNvPr id="232" name="Google Shape;232;p31"/>
          <p:cNvSpPr txBox="1"/>
          <p:nvPr>
            <p:ph idx="4294967295" type="subTitle"/>
          </p:nvPr>
        </p:nvSpPr>
        <p:spPr>
          <a:xfrm flipH="1">
            <a:off x="240575" y="969850"/>
            <a:ext cx="3404700" cy="40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Sometimes the total size of your grid might be less than the size of its grid container. This could happen if all of your grid items are sized with non-flexible units like px. In this case you can set the alignment of the grid within the grid container. This property aligns the grid along the block (column) axis (as opposed to justify-content which aligns the grid along the inline (row) axis).</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start – aligns the grid to be flush with the start edge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end – aligns the grid to be flush with the end edge of the grid container</a:t>
            </a:r>
            <a:endParaRPr sz="1400">
              <a:solidFill>
                <a:srgbClr val="FFFFFF"/>
              </a:solidFill>
            </a:endParaRPr>
          </a:p>
        </p:txBody>
      </p:sp>
      <p:pic>
        <p:nvPicPr>
          <p:cNvPr id="233" name="Google Shape;233;p31"/>
          <p:cNvPicPr preferRelativeResize="0"/>
          <p:nvPr/>
        </p:nvPicPr>
        <p:blipFill>
          <a:blip r:embed="rId3">
            <a:alphaModFix/>
          </a:blip>
          <a:stretch>
            <a:fillRect/>
          </a:stretch>
        </p:blipFill>
        <p:spPr>
          <a:xfrm>
            <a:off x="4132437" y="1971699"/>
            <a:ext cx="2035500" cy="2040000"/>
          </a:xfrm>
          <a:prstGeom prst="rect">
            <a:avLst/>
          </a:prstGeom>
          <a:noFill/>
          <a:ln>
            <a:noFill/>
          </a:ln>
        </p:spPr>
      </p:pic>
      <p:pic>
        <p:nvPicPr>
          <p:cNvPr id="234" name="Google Shape;234;p31"/>
          <p:cNvPicPr preferRelativeResize="0"/>
          <p:nvPr/>
        </p:nvPicPr>
        <p:blipFill>
          <a:blip r:embed="rId4">
            <a:alphaModFix/>
          </a:blip>
          <a:stretch>
            <a:fillRect/>
          </a:stretch>
        </p:blipFill>
        <p:spPr>
          <a:xfrm>
            <a:off x="6655075" y="1971700"/>
            <a:ext cx="2127494" cy="20399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ctrTitle"/>
          </p:nvPr>
        </p:nvSpPr>
        <p:spPr>
          <a:xfrm flipH="1">
            <a:off x="784600" y="137225"/>
            <a:ext cx="75042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align-content</a:t>
            </a:r>
            <a:endParaRPr/>
          </a:p>
        </p:txBody>
      </p:sp>
      <p:sp>
        <p:nvSpPr>
          <p:cNvPr id="240" name="Google Shape;240;p32"/>
          <p:cNvSpPr txBox="1"/>
          <p:nvPr>
            <p:ph idx="4294967295" type="subTitle"/>
          </p:nvPr>
        </p:nvSpPr>
        <p:spPr>
          <a:xfrm flipH="1">
            <a:off x="174200" y="969850"/>
            <a:ext cx="3330600" cy="40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center – aligns the grid in the center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stretch – resizes the grid items to allow the grid to fill the full height of the grid container</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space-around – places an even amount of space between each grid item, with half-sized spaces on the far ends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space-between – places an even amount of space between each grid item, with no space at the far ends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space-evenly – places an even amount of space between each grid item, including the far ends</a:t>
            </a:r>
            <a:endParaRPr sz="1400">
              <a:solidFill>
                <a:srgbClr val="FFFFFF"/>
              </a:solidFill>
            </a:endParaRPr>
          </a:p>
        </p:txBody>
      </p:sp>
      <p:pic>
        <p:nvPicPr>
          <p:cNvPr id="241" name="Google Shape;241;p32"/>
          <p:cNvPicPr preferRelativeResize="0"/>
          <p:nvPr/>
        </p:nvPicPr>
        <p:blipFill>
          <a:blip r:embed="rId3">
            <a:alphaModFix/>
          </a:blip>
          <a:stretch>
            <a:fillRect/>
          </a:stretch>
        </p:blipFill>
        <p:spPr>
          <a:xfrm>
            <a:off x="7363227" y="63200"/>
            <a:ext cx="1631943" cy="1548250"/>
          </a:xfrm>
          <a:prstGeom prst="rect">
            <a:avLst/>
          </a:prstGeom>
          <a:noFill/>
          <a:ln>
            <a:noFill/>
          </a:ln>
        </p:spPr>
      </p:pic>
      <p:pic>
        <p:nvPicPr>
          <p:cNvPr id="242" name="Google Shape;242;p32"/>
          <p:cNvPicPr preferRelativeResize="0"/>
          <p:nvPr/>
        </p:nvPicPr>
        <p:blipFill>
          <a:blip r:embed="rId4">
            <a:alphaModFix/>
          </a:blip>
          <a:stretch>
            <a:fillRect/>
          </a:stretch>
        </p:blipFill>
        <p:spPr>
          <a:xfrm>
            <a:off x="7363225" y="1789397"/>
            <a:ext cx="1631950" cy="1541854"/>
          </a:xfrm>
          <a:prstGeom prst="rect">
            <a:avLst/>
          </a:prstGeom>
          <a:noFill/>
          <a:ln>
            <a:noFill/>
          </a:ln>
        </p:spPr>
      </p:pic>
      <p:pic>
        <p:nvPicPr>
          <p:cNvPr id="243" name="Google Shape;243;p32"/>
          <p:cNvPicPr preferRelativeResize="0"/>
          <p:nvPr/>
        </p:nvPicPr>
        <p:blipFill>
          <a:blip r:embed="rId5">
            <a:alphaModFix/>
          </a:blip>
          <a:stretch>
            <a:fillRect/>
          </a:stretch>
        </p:blipFill>
        <p:spPr>
          <a:xfrm>
            <a:off x="4469250" y="1166717"/>
            <a:ext cx="1941125" cy="1903508"/>
          </a:xfrm>
          <a:prstGeom prst="rect">
            <a:avLst/>
          </a:prstGeom>
          <a:noFill/>
          <a:ln>
            <a:noFill/>
          </a:ln>
        </p:spPr>
      </p:pic>
      <p:pic>
        <p:nvPicPr>
          <p:cNvPr id="244" name="Google Shape;244;p32"/>
          <p:cNvPicPr preferRelativeResize="0"/>
          <p:nvPr/>
        </p:nvPicPr>
        <p:blipFill>
          <a:blip r:embed="rId6">
            <a:alphaModFix/>
          </a:blip>
          <a:stretch>
            <a:fillRect/>
          </a:stretch>
        </p:blipFill>
        <p:spPr>
          <a:xfrm>
            <a:off x="7336675" y="3509204"/>
            <a:ext cx="1631949" cy="1568920"/>
          </a:xfrm>
          <a:prstGeom prst="rect">
            <a:avLst/>
          </a:prstGeom>
          <a:noFill/>
          <a:ln>
            <a:noFill/>
          </a:ln>
        </p:spPr>
      </p:pic>
      <p:pic>
        <p:nvPicPr>
          <p:cNvPr id="245" name="Google Shape;245;p32"/>
          <p:cNvPicPr preferRelativeResize="0"/>
          <p:nvPr/>
        </p:nvPicPr>
        <p:blipFill>
          <a:blip r:embed="rId7">
            <a:alphaModFix/>
          </a:blip>
          <a:stretch>
            <a:fillRect/>
          </a:stretch>
        </p:blipFill>
        <p:spPr>
          <a:xfrm>
            <a:off x="4469251" y="3179107"/>
            <a:ext cx="1941125" cy="18990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3"/>
          <p:cNvPicPr preferRelativeResize="0"/>
          <p:nvPr/>
        </p:nvPicPr>
        <p:blipFill>
          <a:blip r:embed="rId3">
            <a:alphaModFix/>
          </a:blip>
          <a:stretch>
            <a:fillRect/>
          </a:stretch>
        </p:blipFill>
        <p:spPr>
          <a:xfrm flipH="1">
            <a:off x="4507212" y="1092475"/>
            <a:ext cx="3442363" cy="3151851"/>
          </a:xfrm>
          <a:prstGeom prst="rect">
            <a:avLst/>
          </a:prstGeom>
          <a:noFill/>
          <a:ln>
            <a:noFill/>
          </a:ln>
        </p:spPr>
      </p:pic>
      <p:sp>
        <p:nvSpPr>
          <p:cNvPr id="251" name="Google Shape;251;p33"/>
          <p:cNvSpPr txBox="1"/>
          <p:nvPr>
            <p:ph idx="2" type="ctrTitle"/>
          </p:nvPr>
        </p:nvSpPr>
        <p:spPr>
          <a:xfrm>
            <a:off x="2102537" y="2540048"/>
            <a:ext cx="32943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
              <a:t>Properties for Children</a:t>
            </a:r>
            <a:endParaRPr/>
          </a:p>
        </p:txBody>
      </p:sp>
      <p:sp>
        <p:nvSpPr>
          <p:cNvPr id="252" name="Google Shape;252;p33"/>
          <p:cNvSpPr txBox="1"/>
          <p:nvPr>
            <p:ph type="title"/>
          </p:nvPr>
        </p:nvSpPr>
        <p:spPr>
          <a:xfrm>
            <a:off x="303938" y="1858700"/>
            <a:ext cx="1444800" cy="1619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03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ctrTitle"/>
          </p:nvPr>
        </p:nvSpPr>
        <p:spPr>
          <a:xfrm flipH="1">
            <a:off x="300950" y="137225"/>
            <a:ext cx="8494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grid-column-start, grid-column-end, grid-row-start, grid-row-end</a:t>
            </a:r>
            <a:endParaRPr/>
          </a:p>
        </p:txBody>
      </p:sp>
      <p:sp>
        <p:nvSpPr>
          <p:cNvPr id="258" name="Google Shape;258;p34"/>
          <p:cNvSpPr txBox="1"/>
          <p:nvPr>
            <p:ph idx="4294967295" type="subTitle"/>
          </p:nvPr>
        </p:nvSpPr>
        <p:spPr>
          <a:xfrm flipH="1">
            <a:off x="568650" y="1203950"/>
            <a:ext cx="7939200" cy="38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FFFFFF"/>
                </a:solidFill>
              </a:rPr>
              <a:t>Determines a grid item’s location within the grid by referring to specific grid lines. grid-column-start/grid-row-start is the line where the item begins, and grid-column-end/grid-row-end is the line where the item ends.</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&lt;line&gt; – can be a number to refer to a numbered grid line, or a name to refer to a named grid line</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span &lt;number&gt; – the item will span across the provided number of grid tracks</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span &lt;name&gt; – the item will span across until it hits the next line with the provided name</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auto – indicates auto-placement, an automatic span, or a default span of one</a:t>
            </a:r>
            <a:endParaRPr sz="14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ctrTitle"/>
          </p:nvPr>
        </p:nvSpPr>
        <p:spPr>
          <a:xfrm flipH="1">
            <a:off x="300950" y="137225"/>
            <a:ext cx="8494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grid-column, grid-row</a:t>
            </a:r>
            <a:endParaRPr/>
          </a:p>
        </p:txBody>
      </p:sp>
      <p:sp>
        <p:nvSpPr>
          <p:cNvPr id="264" name="Google Shape;264;p35"/>
          <p:cNvSpPr txBox="1"/>
          <p:nvPr>
            <p:ph idx="4294967295" type="subTitle"/>
          </p:nvPr>
        </p:nvSpPr>
        <p:spPr>
          <a:xfrm flipH="1">
            <a:off x="568650" y="1203950"/>
            <a:ext cx="7939200" cy="38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solidFill>
                  <a:srgbClr val="FFFFFF"/>
                </a:solidFill>
              </a:rPr>
              <a:t>Shorthand for grid-column-start + grid-column-end, and grid-row-start + grid-row-end, respectively.</a:t>
            </a:r>
            <a:endParaRPr sz="1400">
              <a:solidFill>
                <a:srgbClr val="FFFFFF"/>
              </a:solidFill>
            </a:endParaRPr>
          </a:p>
          <a:p>
            <a:pPr indent="0" lvl="0" marL="0" rtl="0" algn="l">
              <a:spcBef>
                <a:spcPts val="1600"/>
              </a:spcBef>
              <a:spcAft>
                <a:spcPts val="0"/>
              </a:spcAft>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&lt;start-line&gt; / &lt;end-line&gt; – each one accepts all the same values as the longhand version, including span</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ctrTitle"/>
          </p:nvPr>
        </p:nvSpPr>
        <p:spPr>
          <a:xfrm flipH="1">
            <a:off x="300950" y="137225"/>
            <a:ext cx="8494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grid-area</a:t>
            </a:r>
            <a:endParaRPr/>
          </a:p>
        </p:txBody>
      </p:sp>
      <p:sp>
        <p:nvSpPr>
          <p:cNvPr id="270" name="Google Shape;270;p36"/>
          <p:cNvSpPr txBox="1"/>
          <p:nvPr>
            <p:ph idx="4294967295" type="subTitle"/>
          </p:nvPr>
        </p:nvSpPr>
        <p:spPr>
          <a:xfrm flipH="1">
            <a:off x="568650" y="1203950"/>
            <a:ext cx="7939200" cy="38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Gives an item a name so that it can be referenced by a template created with the grid-template-areas property. Alternatively, this property can be used as an even shorter shorthand for grid-row-start + grid-column-start + grid-row-end + grid-column-end.</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&lt;name&gt; – a name of your choosing</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&lt;row-start&gt; / &lt;column-start&gt; / &lt;row-end&gt; / &lt;column-end&gt; – can be numbers or named lines</a:t>
            </a:r>
            <a:endParaRPr sz="1400">
              <a:solidFill>
                <a:srgbClr val="FFFFFF"/>
              </a:solidFill>
            </a:endParaRPr>
          </a:p>
          <a:p>
            <a:pPr indent="0" lvl="0" marL="0" rtl="0" algn="l">
              <a:spcBef>
                <a:spcPts val="1600"/>
              </a:spcBef>
              <a:spcAft>
                <a:spcPts val="1600"/>
              </a:spcAft>
              <a:buNone/>
            </a:pPr>
            <a:r>
              <a:t/>
            </a:r>
            <a:endParaRPr sz="14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type="ctrTitle"/>
          </p:nvPr>
        </p:nvSpPr>
        <p:spPr>
          <a:xfrm flipH="1">
            <a:off x="300950" y="137225"/>
            <a:ext cx="8494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justify-self</a:t>
            </a:r>
            <a:endParaRPr/>
          </a:p>
        </p:txBody>
      </p:sp>
      <p:sp>
        <p:nvSpPr>
          <p:cNvPr id="276" name="Google Shape;276;p37"/>
          <p:cNvSpPr txBox="1"/>
          <p:nvPr>
            <p:ph idx="4294967295" type="subTitle"/>
          </p:nvPr>
        </p:nvSpPr>
        <p:spPr>
          <a:xfrm flipH="1">
            <a:off x="568650" y="1203950"/>
            <a:ext cx="7939200" cy="38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rgbClr val="FFFFFF"/>
                </a:solidFill>
              </a:rPr>
              <a:t>Aligns a grid item inside a cell along the inline (row) axis (as opposed to align-self which aligns along the block (column) axis). This value applies to a grid item inside a single cell.</a:t>
            </a:r>
            <a:endParaRPr sz="1400">
              <a:solidFill>
                <a:srgbClr val="FFFFFF"/>
              </a:solidFill>
            </a:endParaRPr>
          </a:p>
          <a:p>
            <a:pPr indent="0" lvl="0" marL="0" rtl="0" algn="l">
              <a:spcBef>
                <a:spcPts val="1600"/>
              </a:spcBef>
              <a:spcAft>
                <a:spcPts val="0"/>
              </a:spcAft>
              <a:buClr>
                <a:schemeClr val="dk1"/>
              </a:buClr>
              <a:buSzPts val="1100"/>
              <a:buFont typeface="Arial"/>
              <a:buNone/>
            </a:pPr>
            <a:r>
              <a:rPr lang="es" sz="1400">
                <a:solidFill>
                  <a:srgbClr val="FFFFFF"/>
                </a:solidFill>
              </a:rPr>
              <a:t>Values:</a:t>
            </a:r>
            <a:endParaRPr sz="1400">
              <a:solidFill>
                <a:srgbClr val="FFFFFF"/>
              </a:solidFill>
            </a:endParaRPr>
          </a:p>
          <a:p>
            <a:pPr indent="-317500" lvl="0" marL="457200" rtl="0" algn="l">
              <a:spcBef>
                <a:spcPts val="1600"/>
              </a:spcBef>
              <a:spcAft>
                <a:spcPts val="0"/>
              </a:spcAft>
              <a:buClr>
                <a:srgbClr val="FFFFFF"/>
              </a:buClr>
              <a:buSzPts val="1400"/>
              <a:buChar char="●"/>
            </a:pPr>
            <a:r>
              <a:rPr lang="es" sz="1400">
                <a:solidFill>
                  <a:srgbClr val="FFFFFF"/>
                </a:solidFill>
              </a:rPr>
              <a:t>start – aligns the grid item to be flush with the start edge of the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end – aligns the grid item to be flush with the end edge of the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center – aligns the grid item in the center of the cell</a:t>
            </a:r>
            <a:endParaRPr sz="1400">
              <a:solidFill>
                <a:srgbClr val="FFFFFF"/>
              </a:solidFill>
            </a:endParaRPr>
          </a:p>
          <a:p>
            <a:pPr indent="-317500" lvl="0" marL="457200" rtl="0" algn="l">
              <a:spcBef>
                <a:spcPts val="0"/>
              </a:spcBef>
              <a:spcAft>
                <a:spcPts val="0"/>
              </a:spcAft>
              <a:buClr>
                <a:srgbClr val="FFFFFF"/>
              </a:buClr>
              <a:buSzPts val="1400"/>
              <a:buChar char="●"/>
            </a:pPr>
            <a:r>
              <a:rPr lang="es" sz="1400">
                <a:solidFill>
                  <a:srgbClr val="FFFFFF"/>
                </a:solidFill>
              </a:rPr>
              <a:t>stretch – fills the whole width of the cell (this is the default)</a:t>
            </a:r>
            <a:endParaRPr sz="14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ph type="ctrTitle"/>
          </p:nvPr>
        </p:nvSpPr>
        <p:spPr>
          <a:xfrm flipH="1">
            <a:off x="2531125" y="137225"/>
            <a:ext cx="39075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align-self</a:t>
            </a:r>
            <a:endParaRPr>
              <a:latin typeface="Saira ExtraCondensed SemiBold"/>
              <a:ea typeface="Saira ExtraCondensed SemiBold"/>
              <a:cs typeface="Saira ExtraCondensed SemiBold"/>
              <a:sym typeface="Saira ExtraCondensed SemiBold"/>
            </a:endParaRPr>
          </a:p>
        </p:txBody>
      </p:sp>
      <p:sp>
        <p:nvSpPr>
          <p:cNvPr id="282" name="Google Shape;282;p38"/>
          <p:cNvSpPr txBox="1"/>
          <p:nvPr>
            <p:ph idx="4294967295" type="subTitle"/>
          </p:nvPr>
        </p:nvSpPr>
        <p:spPr>
          <a:xfrm flipH="1">
            <a:off x="535650" y="1413525"/>
            <a:ext cx="8108400" cy="321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00">
                <a:solidFill>
                  <a:srgbClr val="FFFFFF"/>
                </a:solidFill>
              </a:rPr>
              <a:t>Aligns a grid item inside a cell along the block (column) axis (as opposed to justify-self which aligns along the inline (row) axis). This value applies to the content inside a single grid item.</a:t>
            </a:r>
            <a:endParaRPr sz="1500">
              <a:solidFill>
                <a:srgbClr val="FFFFFF"/>
              </a:solidFill>
            </a:endParaRPr>
          </a:p>
          <a:p>
            <a:pPr indent="0" lvl="0" marL="0" rtl="0" algn="l">
              <a:spcBef>
                <a:spcPts val="1600"/>
              </a:spcBef>
              <a:spcAft>
                <a:spcPts val="0"/>
              </a:spcAft>
              <a:buClr>
                <a:schemeClr val="dk1"/>
              </a:buClr>
              <a:buSzPts val="1100"/>
              <a:buFont typeface="Arial"/>
              <a:buNone/>
            </a:pPr>
            <a:r>
              <a:rPr lang="es" sz="1500">
                <a:solidFill>
                  <a:srgbClr val="FFFFFF"/>
                </a:solidFill>
              </a:rPr>
              <a:t>Values:</a:t>
            </a:r>
            <a:endParaRPr sz="1500">
              <a:solidFill>
                <a:srgbClr val="FFFFFF"/>
              </a:solidFill>
            </a:endParaRPr>
          </a:p>
          <a:p>
            <a:pPr indent="-323850" lvl="0" marL="457200" rtl="0" algn="l">
              <a:spcBef>
                <a:spcPts val="1600"/>
              </a:spcBef>
              <a:spcAft>
                <a:spcPts val="0"/>
              </a:spcAft>
              <a:buClr>
                <a:srgbClr val="FFFFFF"/>
              </a:buClr>
              <a:buSzPts val="1500"/>
              <a:buChar char="●"/>
            </a:pPr>
            <a:r>
              <a:rPr lang="es" sz="1500">
                <a:solidFill>
                  <a:srgbClr val="FFFFFF"/>
                </a:solidFill>
              </a:rPr>
              <a:t>start – aligns the grid item to be flush with the start edge of the cell</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end – aligns the grid item to be flush with the end edge of the cell</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center – aligns the grid item in the center of the cell</a:t>
            </a:r>
            <a:endParaRPr sz="1500">
              <a:solidFill>
                <a:srgbClr val="FFFFFF"/>
              </a:solidFill>
            </a:endParaRPr>
          </a:p>
          <a:p>
            <a:pPr indent="-323850" lvl="0" marL="457200" rtl="0" algn="l">
              <a:spcBef>
                <a:spcPts val="0"/>
              </a:spcBef>
              <a:spcAft>
                <a:spcPts val="0"/>
              </a:spcAft>
              <a:buClr>
                <a:srgbClr val="FFFFFF"/>
              </a:buClr>
              <a:buSzPts val="1500"/>
              <a:buChar char="●"/>
            </a:pPr>
            <a:r>
              <a:rPr lang="es" sz="1500">
                <a:solidFill>
                  <a:srgbClr val="FFFFFF"/>
                </a:solidFill>
              </a:rPr>
              <a:t>stretch – fills the whole height of the cell (this is the default)</a:t>
            </a:r>
            <a:endParaRPr sz="1500">
              <a:solidFill>
                <a:srgbClr val="FFFFFF"/>
              </a:solidFill>
            </a:endParaRPr>
          </a:p>
          <a:p>
            <a:pPr indent="0" lvl="0" marL="0" rtl="0" algn="l">
              <a:spcBef>
                <a:spcPts val="1600"/>
              </a:spcBef>
              <a:spcAft>
                <a:spcPts val="1600"/>
              </a:spcAft>
              <a:buNone/>
            </a:pPr>
            <a:r>
              <a:t/>
            </a:r>
            <a:endParaRPr sz="1500">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ctrTitle"/>
          </p:nvPr>
        </p:nvSpPr>
        <p:spPr>
          <a:xfrm>
            <a:off x="619900" y="134800"/>
            <a:ext cx="7904100" cy="85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The FE Team</a:t>
            </a:r>
            <a:endParaRPr/>
          </a:p>
        </p:txBody>
      </p:sp>
      <p:sp>
        <p:nvSpPr>
          <p:cNvPr id="288" name="Google Shape;288;p39"/>
          <p:cNvSpPr txBox="1"/>
          <p:nvPr>
            <p:ph idx="4294967295" type="subTitle"/>
          </p:nvPr>
        </p:nvSpPr>
        <p:spPr>
          <a:xfrm>
            <a:off x="2004700"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Front End Developer</a:t>
            </a:r>
            <a:endParaRPr>
              <a:solidFill>
                <a:srgbClr val="FFFFFF"/>
              </a:solidFill>
            </a:endParaRPr>
          </a:p>
        </p:txBody>
      </p:sp>
      <p:sp>
        <p:nvSpPr>
          <p:cNvPr id="289" name="Google Shape;289;p39"/>
          <p:cNvSpPr txBox="1"/>
          <p:nvPr>
            <p:ph idx="4294967295" type="subTitle"/>
          </p:nvPr>
        </p:nvSpPr>
        <p:spPr>
          <a:xfrm>
            <a:off x="5635325" y="3867250"/>
            <a:ext cx="1673100" cy="825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chemeClr val="lt1"/>
                </a:solidFill>
              </a:rPr>
              <a:t>Front End Developer</a:t>
            </a:r>
            <a:endParaRPr>
              <a:solidFill>
                <a:srgbClr val="FFFFFF"/>
              </a:solidFill>
            </a:endParaRPr>
          </a:p>
        </p:txBody>
      </p:sp>
      <p:sp>
        <p:nvSpPr>
          <p:cNvPr id="290" name="Google Shape;290;p39"/>
          <p:cNvSpPr txBox="1"/>
          <p:nvPr>
            <p:ph type="ctrTitle"/>
          </p:nvPr>
        </p:nvSpPr>
        <p:spPr>
          <a:xfrm>
            <a:off x="3491650" y="1427150"/>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latin typeface="Saira ExtraCondensed Medium"/>
                <a:ea typeface="Saira ExtraCondensed Medium"/>
                <a:cs typeface="Saira ExtraCondensed Medium"/>
                <a:sym typeface="Saira ExtraCondensed Medium"/>
              </a:rPr>
              <a:t>IVO</a:t>
            </a:r>
            <a:br>
              <a:rPr lang="es" sz="1800">
                <a:latin typeface="Saira ExtraCondensed Medium"/>
                <a:ea typeface="Saira ExtraCondensed Medium"/>
                <a:cs typeface="Saira ExtraCondensed Medium"/>
                <a:sym typeface="Saira ExtraCondensed Medium"/>
              </a:rPr>
            </a:br>
            <a:r>
              <a:rPr lang="es" sz="1800">
                <a:latin typeface="Saira ExtraCondensed Medium"/>
                <a:ea typeface="Saira ExtraCondensed Medium"/>
                <a:cs typeface="Saira ExtraCondensed Medium"/>
                <a:sym typeface="Saira ExtraCondensed Medium"/>
              </a:rPr>
              <a:t>KOSTOVSKI</a:t>
            </a:r>
            <a:endParaRPr sz="1800">
              <a:solidFill>
                <a:srgbClr val="FFFFFF"/>
              </a:solidFill>
              <a:latin typeface="Saira ExtraCondensed Medium"/>
              <a:ea typeface="Saira ExtraCondensed Medium"/>
              <a:cs typeface="Saira ExtraCondensed Medium"/>
              <a:sym typeface="Saira ExtraCondensed Medium"/>
            </a:endParaRPr>
          </a:p>
        </p:txBody>
      </p:sp>
      <p:sp>
        <p:nvSpPr>
          <p:cNvPr id="291" name="Google Shape;291;p39"/>
          <p:cNvSpPr txBox="1"/>
          <p:nvPr>
            <p:ph idx="4294967295" type="ctrTitle"/>
          </p:nvPr>
        </p:nvSpPr>
        <p:spPr>
          <a:xfrm>
            <a:off x="7115450" y="1417525"/>
            <a:ext cx="1059900" cy="644700"/>
          </a:xfrm>
          <a:prstGeom prst="rect">
            <a:avLst/>
          </a:prstGeom>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s" sz="1800">
                <a:solidFill>
                  <a:srgbClr val="FFFFFF"/>
                </a:solidFill>
                <a:latin typeface="Saira ExtraCondensed Medium"/>
                <a:ea typeface="Saira ExtraCondensed Medium"/>
                <a:cs typeface="Saira ExtraCondensed Medium"/>
                <a:sym typeface="Saira ExtraCondensed Medium"/>
              </a:rPr>
              <a:t>GjORGE</a:t>
            </a:r>
            <a:br>
              <a:rPr lang="es" sz="1800">
                <a:solidFill>
                  <a:srgbClr val="FFFFFF"/>
                </a:solidFill>
                <a:latin typeface="Saira ExtraCondensed Medium"/>
                <a:ea typeface="Saira ExtraCondensed Medium"/>
                <a:cs typeface="Saira ExtraCondensed Medium"/>
                <a:sym typeface="Saira ExtraCondensed Medium"/>
              </a:rPr>
            </a:br>
            <a:r>
              <a:rPr lang="es" sz="1800">
                <a:solidFill>
                  <a:srgbClr val="FFFFFF"/>
                </a:solidFill>
                <a:latin typeface="Saira ExtraCondensed Medium"/>
                <a:ea typeface="Saira ExtraCondensed Medium"/>
                <a:cs typeface="Saira ExtraCondensed Medium"/>
                <a:sym typeface="Saira ExtraCondensed Medium"/>
              </a:rPr>
              <a:t>DIMITROV</a:t>
            </a:r>
            <a:endParaRPr sz="1800">
              <a:solidFill>
                <a:srgbClr val="FFFFFF"/>
              </a:solidFill>
              <a:latin typeface="Saira ExtraCondensed Medium"/>
              <a:ea typeface="Saira ExtraCondensed Medium"/>
              <a:cs typeface="Saira ExtraCondensed Medium"/>
              <a:sym typeface="Saira ExtraCondensed Medium"/>
            </a:endParaRPr>
          </a:p>
        </p:txBody>
      </p:sp>
      <p:cxnSp>
        <p:nvCxnSpPr>
          <p:cNvPr id="292" name="Google Shape;292;p39"/>
          <p:cNvCxnSpPr/>
          <p:nvPr/>
        </p:nvCxnSpPr>
        <p:spPr>
          <a:xfrm>
            <a:off x="1961050" y="3491725"/>
            <a:ext cx="0" cy="597300"/>
          </a:xfrm>
          <a:prstGeom prst="straightConnector1">
            <a:avLst/>
          </a:prstGeom>
          <a:noFill/>
          <a:ln cap="flat" cmpd="sng" w="19050">
            <a:solidFill>
              <a:srgbClr val="FFFFFF"/>
            </a:solidFill>
            <a:prstDash val="solid"/>
            <a:round/>
            <a:headEnd len="med" w="med" type="none"/>
            <a:tailEnd len="med" w="med" type="none"/>
          </a:ln>
        </p:spPr>
      </p:cxnSp>
      <p:cxnSp>
        <p:nvCxnSpPr>
          <p:cNvPr id="293" name="Google Shape;293;p39"/>
          <p:cNvCxnSpPr/>
          <p:nvPr/>
        </p:nvCxnSpPr>
        <p:spPr>
          <a:xfrm>
            <a:off x="5564225" y="3491725"/>
            <a:ext cx="0" cy="597300"/>
          </a:xfrm>
          <a:prstGeom prst="straightConnector1">
            <a:avLst/>
          </a:prstGeom>
          <a:noFill/>
          <a:ln cap="flat" cmpd="sng" w="19050">
            <a:solidFill>
              <a:srgbClr val="FFFFFF"/>
            </a:solidFill>
            <a:prstDash val="solid"/>
            <a:round/>
            <a:headEnd len="med" w="med" type="none"/>
            <a:tailEnd len="med" w="med" type="none"/>
          </a:ln>
        </p:spPr>
      </p:cxnSp>
      <p:pic>
        <p:nvPicPr>
          <p:cNvPr id="294" name="Google Shape;294;p39"/>
          <p:cNvPicPr preferRelativeResize="0"/>
          <p:nvPr/>
        </p:nvPicPr>
        <p:blipFill>
          <a:blip r:embed="rId3">
            <a:alphaModFix/>
          </a:blip>
          <a:stretch>
            <a:fillRect/>
          </a:stretch>
        </p:blipFill>
        <p:spPr>
          <a:xfrm>
            <a:off x="1671650" y="1339550"/>
            <a:ext cx="2464401" cy="2464401"/>
          </a:xfrm>
          <a:prstGeom prst="rect">
            <a:avLst/>
          </a:prstGeom>
          <a:noFill/>
          <a:ln>
            <a:noFill/>
          </a:ln>
        </p:spPr>
      </p:pic>
      <p:pic>
        <p:nvPicPr>
          <p:cNvPr id="295" name="Google Shape;295;p39"/>
          <p:cNvPicPr preferRelativeResize="0"/>
          <p:nvPr/>
        </p:nvPicPr>
        <p:blipFill>
          <a:blip r:embed="rId3">
            <a:alphaModFix/>
          </a:blip>
          <a:stretch>
            <a:fillRect/>
          </a:stretch>
        </p:blipFill>
        <p:spPr>
          <a:xfrm>
            <a:off x="5239675" y="1427150"/>
            <a:ext cx="2464401" cy="24644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txBox="1"/>
          <p:nvPr>
            <p:ph type="ctrTitle"/>
          </p:nvPr>
        </p:nvSpPr>
        <p:spPr>
          <a:xfrm>
            <a:off x="477026" y="1862650"/>
            <a:ext cx="4209300" cy="851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s"/>
              <a:t>THANKS</a:t>
            </a:r>
            <a:endParaRPr/>
          </a:p>
        </p:txBody>
      </p:sp>
      <p:sp>
        <p:nvSpPr>
          <p:cNvPr id="301" name="Google Shape;301;p40"/>
          <p:cNvSpPr txBox="1"/>
          <p:nvPr>
            <p:ph idx="1" type="subTitle"/>
          </p:nvPr>
        </p:nvSpPr>
        <p:spPr>
          <a:xfrm flipH="1">
            <a:off x="1740578" y="2806650"/>
            <a:ext cx="2933400" cy="972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s"/>
              <a:t>Does anyone have any questions?</a:t>
            </a:r>
            <a:endParaRPr/>
          </a:p>
          <a:p>
            <a:pPr indent="0" lvl="0" marL="0" rtl="0" algn="r">
              <a:spcBef>
                <a:spcPts val="0"/>
              </a:spcBef>
              <a:spcAft>
                <a:spcPts val="0"/>
              </a:spcAft>
              <a:buClr>
                <a:schemeClr val="dk1"/>
              </a:buClr>
              <a:buSzPts val="1100"/>
              <a:buFont typeface="Arial"/>
              <a:buNone/>
            </a:pPr>
            <a:r>
              <a:t/>
            </a:r>
            <a:endParaRPr/>
          </a:p>
          <a:p>
            <a:pPr indent="0" lvl="0" marL="0" rtl="0" algn="r">
              <a:spcBef>
                <a:spcPts val="0"/>
              </a:spcBef>
              <a:spcAft>
                <a:spcPts val="0"/>
              </a:spcAft>
              <a:buClr>
                <a:schemeClr val="dk1"/>
              </a:buClr>
              <a:buSzPts val="1100"/>
              <a:buFont typeface="Arial"/>
              <a:buNone/>
            </a:pPr>
            <a:r>
              <a:rPr lang="es"/>
              <a:t>ivo.kostovski@gmail.com </a:t>
            </a:r>
            <a:endParaRPr/>
          </a:p>
        </p:txBody>
      </p:sp>
      <p:pic>
        <p:nvPicPr>
          <p:cNvPr id="302" name="Google Shape;302;p40"/>
          <p:cNvPicPr preferRelativeResize="0"/>
          <p:nvPr/>
        </p:nvPicPr>
        <p:blipFill>
          <a:blip r:embed="rId3">
            <a:alphaModFix/>
          </a:blip>
          <a:stretch>
            <a:fillRect/>
          </a:stretch>
        </p:blipFill>
        <p:spPr>
          <a:xfrm>
            <a:off x="5367850" y="1610101"/>
            <a:ext cx="2880101" cy="2536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sometric Gradient Social Media Strategy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