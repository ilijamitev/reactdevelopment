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Fira Sans Extra Condensed Medium"/>
      <p:regular r:id="rId30"/>
      <p:bold r:id="rId31"/>
      <p:italic r:id="rId32"/>
      <p:boldItalic r:id="rId33"/>
    </p:embeddedFont>
    <p:embeddedFont>
      <p:font typeface="Squada One"/>
      <p:regular r:id="rId34"/>
    </p:embeddedFont>
    <p:embeddedFont>
      <p:font typeface="Barlow Semi Condensed"/>
      <p:regular r:id="rId35"/>
      <p:bold r:id="rId36"/>
      <p:italic r:id="rId37"/>
      <p:boldItalic r:id="rId38"/>
    </p:embeddedFont>
    <p:embeddedFont>
      <p:font typeface="Roboto Slab Regular"/>
      <p:regular r:id="rId39"/>
      <p:bold r:id="rId40"/>
    </p:embeddedFont>
    <p:embeddedFont>
      <p:font typeface="Saira ExtraCondensed SemiBold"/>
      <p:regular r:id="rId41"/>
      <p:bold r:id="rId42"/>
    </p:embeddedFont>
    <p:embeddedFont>
      <p:font typeface="Saira ExtraCondensed Medium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Regular-bold.fntdata"/><Relationship Id="rId20" Type="http://schemas.openxmlformats.org/officeDocument/2006/relationships/slide" Target="slides/slide15.xml"/><Relationship Id="rId42" Type="http://schemas.openxmlformats.org/officeDocument/2006/relationships/font" Target="fonts/SairaExtraCondensedSemiBold-bold.fntdata"/><Relationship Id="rId41" Type="http://schemas.openxmlformats.org/officeDocument/2006/relationships/font" Target="fonts/SairaExtraCondensedSemiBold-regular.fntdata"/><Relationship Id="rId22" Type="http://schemas.openxmlformats.org/officeDocument/2006/relationships/slide" Target="slides/slide17.xml"/><Relationship Id="rId44" Type="http://schemas.openxmlformats.org/officeDocument/2006/relationships/font" Target="fonts/SairaExtraCondensedMedium-bold.fntdata"/><Relationship Id="rId21" Type="http://schemas.openxmlformats.org/officeDocument/2006/relationships/slide" Target="slides/slide16.xml"/><Relationship Id="rId43" Type="http://schemas.openxmlformats.org/officeDocument/2006/relationships/font" Target="fonts/SairaExtraCondensedMedium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Medium-bold.fntdata"/><Relationship Id="rId30" Type="http://schemas.openxmlformats.org/officeDocument/2006/relationships/font" Target="fonts/FiraSansExtraCondensedMedium-regular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Medium-italic.fntdata"/><Relationship Id="rId13" Type="http://schemas.openxmlformats.org/officeDocument/2006/relationships/slide" Target="slides/slide8.xml"/><Relationship Id="rId35" Type="http://schemas.openxmlformats.org/officeDocument/2006/relationships/font" Target="fonts/BarlowSemiCondensed-regular.fntdata"/><Relationship Id="rId12" Type="http://schemas.openxmlformats.org/officeDocument/2006/relationships/slide" Target="slides/slide7.xml"/><Relationship Id="rId34" Type="http://schemas.openxmlformats.org/officeDocument/2006/relationships/font" Target="fonts/SquadaOne-regular.fntdata"/><Relationship Id="rId15" Type="http://schemas.openxmlformats.org/officeDocument/2006/relationships/slide" Target="slides/slide10.xml"/><Relationship Id="rId37" Type="http://schemas.openxmlformats.org/officeDocument/2006/relationships/font" Target="fonts/BarlowSemiCondensed-italic.fntdata"/><Relationship Id="rId14" Type="http://schemas.openxmlformats.org/officeDocument/2006/relationships/slide" Target="slides/slide9.xml"/><Relationship Id="rId36" Type="http://schemas.openxmlformats.org/officeDocument/2006/relationships/font" Target="fonts/BarlowSemiCondensed-bold.fntdata"/><Relationship Id="rId17" Type="http://schemas.openxmlformats.org/officeDocument/2006/relationships/slide" Target="slides/slide12.xml"/><Relationship Id="rId39" Type="http://schemas.openxmlformats.org/officeDocument/2006/relationships/font" Target="fonts/RobotoSlabRegular-regular.fntdata"/><Relationship Id="rId16" Type="http://schemas.openxmlformats.org/officeDocument/2006/relationships/slide" Target="slides/slide11.xml"/><Relationship Id="rId38" Type="http://schemas.openxmlformats.org/officeDocument/2006/relationships/font" Target="fonts/BarlowSemiCondense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4d0e54301_1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4d0e54301_1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0533f24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0533f24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540b6adc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540b6ad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b9941afe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b9941afe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540b6adc3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5540b6adc3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b9941afe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b9941afe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b9941af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9b9941af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5540b6adc3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5540b6adc3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b9941afe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b9941afe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b9941afe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b9941afe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b9941afe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9b9941afe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9b9941afe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9b9941afe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b9941afe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b9941afe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b9941afe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b9941afe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540b6adc3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5540b6adc3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9b9941afe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9b9941afe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5540b6adc3_2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5540b6adc3_2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d558c40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9d558c40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9d558c40d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9d558c40d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9d558c40d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9d558c40d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a0533f24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a0533f24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a0533f240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a0533f24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TLE OPENING" type="title">
  <p:cSld name="TITLE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639" y="1507984"/>
            <a:ext cx="176" cy="17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8639" y="2419108"/>
            <a:ext cx="176" cy="17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144517" y="9122"/>
            <a:ext cx="176" cy="172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144517" y="9122"/>
            <a:ext cx="176" cy="172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 flipH="1">
            <a:off x="1144850" y="2646075"/>
            <a:ext cx="33942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 flipH="1">
            <a:off x="1144700" y="3316575"/>
            <a:ext cx="19344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1257850" y="3246250"/>
            <a:ext cx="4641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 type="titleOnly">
  <p:cSld name="TITLE_ONLY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165500" y="1838375"/>
            <a:ext cx="3343800" cy="26841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641650" y="1838375"/>
            <a:ext cx="3343800" cy="26841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52731" y="3050500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subTitle"/>
          </p:nvPr>
        </p:nvSpPr>
        <p:spPr>
          <a:xfrm>
            <a:off x="4794050" y="3050500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ctrTitle"/>
          </p:nvPr>
        </p:nvSpPr>
        <p:spPr>
          <a:xfrm>
            <a:off x="1552731" y="2457900"/>
            <a:ext cx="2797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3" type="ctrTitle"/>
          </p:nvPr>
        </p:nvSpPr>
        <p:spPr>
          <a:xfrm>
            <a:off x="4794050" y="2457900"/>
            <a:ext cx="27972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aira ExtraCondensed Medium"/>
              <a:buNone/>
              <a:defRPr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4" type="ctrTitle"/>
          </p:nvPr>
        </p:nvSpPr>
        <p:spPr>
          <a:xfrm>
            <a:off x="1000125" y="134800"/>
            <a:ext cx="71439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5" name="Google Shape;25;p3"/>
          <p:cNvCxnSpPr>
            <a:stCxn id="24" idx="2"/>
          </p:cNvCxnSpPr>
          <p:nvPr/>
        </p:nvCxnSpPr>
        <p:spPr>
          <a:xfrm>
            <a:off x="4572075" y="986500"/>
            <a:ext cx="4575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CUSTOM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2825950" y="15759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3034050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hasCustomPrompt="1" idx="2" type="title"/>
          </p:nvPr>
        </p:nvSpPr>
        <p:spPr>
          <a:xfrm>
            <a:off x="3110412" y="1059178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4"/>
          <p:cNvSpPr txBox="1"/>
          <p:nvPr>
            <p:ph idx="3" type="ctrTitle"/>
          </p:nvPr>
        </p:nvSpPr>
        <p:spPr>
          <a:xfrm>
            <a:off x="2826162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subTitle"/>
          </p:nvPr>
        </p:nvSpPr>
        <p:spPr>
          <a:xfrm>
            <a:off x="2998950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hasCustomPrompt="1" idx="5" type="title"/>
          </p:nvPr>
        </p:nvSpPr>
        <p:spPr>
          <a:xfrm>
            <a:off x="3110412" y="2738280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idx="6" type="ctrTitle"/>
          </p:nvPr>
        </p:nvSpPr>
        <p:spPr>
          <a:xfrm>
            <a:off x="4975625" y="15759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subTitle"/>
          </p:nvPr>
        </p:nvSpPr>
        <p:spPr>
          <a:xfrm>
            <a:off x="5183500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hasCustomPrompt="1" idx="8" type="title"/>
          </p:nvPr>
        </p:nvSpPr>
        <p:spPr>
          <a:xfrm>
            <a:off x="5259862" y="1059178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4"/>
          <p:cNvSpPr txBox="1"/>
          <p:nvPr>
            <p:ph idx="9" type="ctrTitle"/>
          </p:nvPr>
        </p:nvSpPr>
        <p:spPr>
          <a:xfrm>
            <a:off x="4975587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3" type="subTitle"/>
          </p:nvPr>
        </p:nvSpPr>
        <p:spPr>
          <a:xfrm>
            <a:off x="5148400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hasCustomPrompt="1" idx="14" type="title"/>
          </p:nvPr>
        </p:nvSpPr>
        <p:spPr>
          <a:xfrm>
            <a:off x="5259862" y="2738280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4"/>
          <p:cNvSpPr txBox="1"/>
          <p:nvPr>
            <p:ph idx="15" type="ctrTitle"/>
          </p:nvPr>
        </p:nvSpPr>
        <p:spPr>
          <a:xfrm rot="-5400000">
            <a:off x="6378350" y="1583700"/>
            <a:ext cx="34875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0" name="Google Shape;40;p4"/>
          <p:cNvCxnSpPr/>
          <p:nvPr/>
        </p:nvCxnSpPr>
        <p:spPr>
          <a:xfrm>
            <a:off x="8541292" y="-14700"/>
            <a:ext cx="0" cy="36690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16" type="ctrTitle"/>
          </p:nvPr>
        </p:nvSpPr>
        <p:spPr>
          <a:xfrm>
            <a:off x="606175" y="1575950"/>
            <a:ext cx="2392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7" type="subTitle"/>
          </p:nvPr>
        </p:nvSpPr>
        <p:spPr>
          <a:xfrm>
            <a:off x="849375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hasCustomPrompt="1" idx="18" type="title"/>
          </p:nvPr>
        </p:nvSpPr>
        <p:spPr>
          <a:xfrm>
            <a:off x="925737" y="1059178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4"/>
          <p:cNvSpPr txBox="1"/>
          <p:nvPr>
            <p:ph idx="19" type="ctrTitle"/>
          </p:nvPr>
        </p:nvSpPr>
        <p:spPr>
          <a:xfrm>
            <a:off x="641487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20" type="subTitle"/>
          </p:nvPr>
        </p:nvSpPr>
        <p:spPr>
          <a:xfrm>
            <a:off x="814275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hasCustomPrompt="1" idx="21" type="title"/>
          </p:nvPr>
        </p:nvSpPr>
        <p:spPr>
          <a:xfrm>
            <a:off x="925737" y="2738280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Fira Sans Extra Condensed Medium"/>
              <a:buNone/>
              <a:defRPr sz="6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cxnSp>
        <p:nvCxnSpPr>
          <p:cNvPr id="47" name="Google Shape;47;p4"/>
          <p:cNvCxnSpPr/>
          <p:nvPr/>
        </p:nvCxnSpPr>
        <p:spPr>
          <a:xfrm>
            <a:off x="1089475" y="1712986"/>
            <a:ext cx="57954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4"/>
          <p:cNvCxnSpPr/>
          <p:nvPr/>
        </p:nvCxnSpPr>
        <p:spPr>
          <a:xfrm>
            <a:off x="1089475" y="3390061"/>
            <a:ext cx="57954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">
  <p:cSld name="CUSTOM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hasCustomPrompt="1" type="title"/>
          </p:nvPr>
        </p:nvSpPr>
        <p:spPr>
          <a:xfrm>
            <a:off x="374450" y="1858700"/>
            <a:ext cx="1444800" cy="161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5"/>
          <p:cNvSpPr txBox="1"/>
          <p:nvPr>
            <p:ph idx="2" type="ctrTitle"/>
          </p:nvPr>
        </p:nvSpPr>
        <p:spPr>
          <a:xfrm>
            <a:off x="1868249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868250" y="318076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3" name="Google Shape;53;p5"/>
          <p:cNvCxnSpPr/>
          <p:nvPr/>
        </p:nvCxnSpPr>
        <p:spPr>
          <a:xfrm>
            <a:off x="0" y="3079800"/>
            <a:ext cx="40203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81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3">
  <p:cSld name="CUSTOM_1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hasCustomPrompt="1" type="title"/>
          </p:nvPr>
        </p:nvSpPr>
        <p:spPr>
          <a:xfrm flipH="1">
            <a:off x="7324862" y="1858700"/>
            <a:ext cx="1444800" cy="161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6"/>
          <p:cNvSpPr txBox="1"/>
          <p:nvPr>
            <p:ph idx="2" type="ctrTitle"/>
          </p:nvPr>
        </p:nvSpPr>
        <p:spPr>
          <a:xfrm flipH="1">
            <a:off x="3981563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 flipH="1">
            <a:off x="5369350" y="3180784"/>
            <a:ext cx="19065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58" name="Google Shape;58;p6"/>
          <p:cNvCxnSpPr/>
          <p:nvPr/>
        </p:nvCxnSpPr>
        <p:spPr>
          <a:xfrm rot="10800000">
            <a:off x="5123712" y="3079800"/>
            <a:ext cx="40203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81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4">
  <p:cSld name="CUSTOM_1_1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hasCustomPrompt="1" type="title"/>
          </p:nvPr>
        </p:nvSpPr>
        <p:spPr>
          <a:xfrm flipH="1">
            <a:off x="7477262" y="1858700"/>
            <a:ext cx="1444800" cy="161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7"/>
          <p:cNvSpPr txBox="1"/>
          <p:nvPr>
            <p:ph idx="2" type="ctrTitle"/>
          </p:nvPr>
        </p:nvSpPr>
        <p:spPr>
          <a:xfrm flipH="1">
            <a:off x="3829163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 flipH="1">
            <a:off x="5216975" y="2952184"/>
            <a:ext cx="19065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7324850" y="-7600"/>
            <a:ext cx="0" cy="51588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811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6">
  <p:cSld name="CUSTOM_1_1_1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hasCustomPrompt="1" type="title"/>
          </p:nvPr>
        </p:nvSpPr>
        <p:spPr>
          <a:xfrm>
            <a:off x="303938" y="1858700"/>
            <a:ext cx="1444800" cy="161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8"/>
          <p:cNvSpPr txBox="1"/>
          <p:nvPr>
            <p:ph idx="2" type="ctrTitle"/>
          </p:nvPr>
        </p:nvSpPr>
        <p:spPr>
          <a:xfrm>
            <a:off x="2102537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2109125" y="2952184"/>
            <a:ext cx="19065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1901150" y="-7600"/>
            <a:ext cx="0" cy="51588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811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SIGN 2">
  <p:cSld name="CUSTOM_6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1" name="Google Shape;71;p9"/>
          <p:cNvCxnSpPr>
            <a:stCxn id="70" idx="2"/>
          </p:cNvCxnSpPr>
          <p:nvPr/>
        </p:nvCxnSpPr>
        <p:spPr>
          <a:xfrm>
            <a:off x="4571950" y="986500"/>
            <a:ext cx="4575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ESIGN 3">
  <p:cSld name="CUSTOM_6_2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4" name="Google Shape;74;p10"/>
          <p:cNvCxnSpPr/>
          <p:nvPr/>
        </p:nvCxnSpPr>
        <p:spPr>
          <a:xfrm>
            <a:off x="-32325" y="986500"/>
            <a:ext cx="4575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CUSTOM_6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0" y="560550"/>
            <a:ext cx="9144000" cy="4022400"/>
          </a:xfrm>
          <a:prstGeom prst="rect">
            <a:avLst/>
          </a:prstGeom>
          <a:gradFill>
            <a:gsLst>
              <a:gs pos="0">
                <a:srgbClr val="7337D4">
                  <a:alpha val="62352"/>
                </a:srgbClr>
              </a:gs>
              <a:gs pos="100000">
                <a:srgbClr val="10D6B6">
                  <a:alpha val="4627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 txBox="1"/>
          <p:nvPr>
            <p:ph type="ctrTitle"/>
          </p:nvPr>
        </p:nvSpPr>
        <p:spPr>
          <a:xfrm>
            <a:off x="477026" y="18626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8" name="Google Shape;78;p11"/>
          <p:cNvCxnSpPr/>
          <p:nvPr/>
        </p:nvCxnSpPr>
        <p:spPr>
          <a:xfrm>
            <a:off x="0" y="2730450"/>
            <a:ext cx="45765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1"/>
          <p:cNvSpPr txBox="1"/>
          <p:nvPr>
            <p:ph idx="1" type="subTitle"/>
          </p:nvPr>
        </p:nvSpPr>
        <p:spPr>
          <a:xfrm flipH="1">
            <a:off x="4576500" y="28066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2" type="subTitle"/>
          </p:nvPr>
        </p:nvSpPr>
        <p:spPr>
          <a:xfrm flipH="1">
            <a:off x="4576500" y="31480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3" type="subTitle"/>
          </p:nvPr>
        </p:nvSpPr>
        <p:spPr>
          <a:xfrm flipH="1">
            <a:off x="4576500" y="34894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4" type="subTitle"/>
          </p:nvPr>
        </p:nvSpPr>
        <p:spPr>
          <a:xfrm flipH="1">
            <a:off x="4576500" y="38308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2">
  <p:cSld name="CUSTOM_6_1_2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0" y="560550"/>
            <a:ext cx="9144000" cy="4022400"/>
          </a:xfrm>
          <a:prstGeom prst="rect">
            <a:avLst/>
          </a:prstGeom>
          <a:gradFill>
            <a:gsLst>
              <a:gs pos="0">
                <a:srgbClr val="7337D4">
                  <a:alpha val="62352"/>
                </a:srgbClr>
              </a:gs>
              <a:gs pos="100000">
                <a:srgbClr val="10D6B6">
                  <a:alpha val="4627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 txBox="1"/>
          <p:nvPr>
            <p:ph type="ctrTitle"/>
          </p:nvPr>
        </p:nvSpPr>
        <p:spPr>
          <a:xfrm flipH="1">
            <a:off x="4457674" y="18626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6" name="Google Shape;86;p12"/>
          <p:cNvCxnSpPr/>
          <p:nvPr/>
        </p:nvCxnSpPr>
        <p:spPr>
          <a:xfrm rot="10800000">
            <a:off x="4567500" y="2730450"/>
            <a:ext cx="45765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2327475" y="2806650"/>
            <a:ext cx="2892000" cy="16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2788350" y="3170250"/>
            <a:ext cx="3567300" cy="3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 flipH="1">
            <a:off x="2064750" y="1973250"/>
            <a:ext cx="5014500" cy="11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1" name="Google Shape;91;p13"/>
          <p:cNvCxnSpPr/>
          <p:nvPr/>
        </p:nvCxnSpPr>
        <p:spPr>
          <a:xfrm>
            <a:off x="-6925" y="981700"/>
            <a:ext cx="7016700" cy="2834400"/>
          </a:xfrm>
          <a:prstGeom prst="bentConnector3">
            <a:avLst>
              <a:gd fmla="val 12316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3"/>
          <p:cNvCxnSpPr/>
          <p:nvPr/>
        </p:nvCxnSpPr>
        <p:spPr>
          <a:xfrm rot="10800000">
            <a:off x="2204950" y="1597150"/>
            <a:ext cx="6962100" cy="2585400"/>
          </a:xfrm>
          <a:prstGeom prst="bentConnector3">
            <a:avLst>
              <a:gd fmla="val 11419" name="adj1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>
            <a:endCxn id="89" idx="1"/>
          </p:cNvCxnSpPr>
          <p:nvPr/>
        </p:nvCxnSpPr>
        <p:spPr>
          <a:xfrm rot="-5400000">
            <a:off x="1162200" y="3586500"/>
            <a:ext cx="1888200" cy="1364100"/>
          </a:xfrm>
          <a:prstGeom prst="bentConnector2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>
            <a:endCxn id="89" idx="3"/>
          </p:cNvCxnSpPr>
          <p:nvPr/>
        </p:nvCxnSpPr>
        <p:spPr>
          <a:xfrm flipH="1" rot="5400000">
            <a:off x="6084450" y="3595650"/>
            <a:ext cx="1881300" cy="1338900"/>
          </a:xfrm>
          <a:prstGeom prst="bentConnector2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BOXES">
  <p:cSld name="CUSTOM_6_1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7" name="Google Shape;97;p14"/>
          <p:cNvCxnSpPr>
            <a:stCxn id="96" idx="2"/>
          </p:cNvCxnSpPr>
          <p:nvPr/>
        </p:nvCxnSpPr>
        <p:spPr>
          <a:xfrm>
            <a:off x="4571950" y="986500"/>
            <a:ext cx="4575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/>
          <p:nvPr/>
        </p:nvSpPr>
        <p:spPr>
          <a:xfrm>
            <a:off x="1780400" y="1322325"/>
            <a:ext cx="1988100" cy="2065200"/>
          </a:xfrm>
          <a:prstGeom prst="rect">
            <a:avLst/>
          </a:prstGeom>
          <a:solidFill>
            <a:srgbClr val="494ECE">
              <a:alpha val="51540"/>
            </a:srgbClr>
          </a:solidFill>
          <a:ln cap="flat" cmpd="sng" w="28575">
            <a:solidFill>
              <a:srgbClr val="733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99" name="Google Shape;99;p14"/>
          <p:cNvSpPr txBox="1"/>
          <p:nvPr>
            <p:ph idx="2" type="ctrTitle"/>
          </p:nvPr>
        </p:nvSpPr>
        <p:spPr>
          <a:xfrm>
            <a:off x="2210934" y="22801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2084700" y="24526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3577850" y="2456125"/>
            <a:ext cx="1988100" cy="2065200"/>
          </a:xfrm>
          <a:prstGeom prst="rect">
            <a:avLst/>
          </a:prstGeom>
          <a:solidFill>
            <a:srgbClr val="00FFFF">
              <a:alpha val="45380"/>
            </a:srgbClr>
          </a:solidFill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02" name="Google Shape;102;p14"/>
          <p:cNvSpPr txBox="1"/>
          <p:nvPr>
            <p:ph idx="3" type="ctrTitle"/>
          </p:nvPr>
        </p:nvSpPr>
        <p:spPr>
          <a:xfrm>
            <a:off x="4008384" y="34139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4" type="subTitle"/>
          </p:nvPr>
        </p:nvSpPr>
        <p:spPr>
          <a:xfrm>
            <a:off x="3882150" y="35864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4" name="Google Shape;104;p14"/>
          <p:cNvSpPr/>
          <p:nvPr/>
        </p:nvSpPr>
        <p:spPr>
          <a:xfrm>
            <a:off x="5375500" y="1322325"/>
            <a:ext cx="1988100" cy="2065200"/>
          </a:xfrm>
          <a:prstGeom prst="rect">
            <a:avLst/>
          </a:prstGeom>
          <a:solidFill>
            <a:srgbClr val="10D6B6">
              <a:alpha val="70590"/>
            </a:srgbClr>
          </a:solidFill>
          <a:ln cap="flat" cmpd="sng" w="28575">
            <a:solidFill>
              <a:srgbClr val="11E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05" name="Google Shape;105;p14"/>
          <p:cNvSpPr txBox="1"/>
          <p:nvPr>
            <p:ph idx="5" type="ctrTitle"/>
          </p:nvPr>
        </p:nvSpPr>
        <p:spPr>
          <a:xfrm>
            <a:off x="5806034" y="22801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4"/>
          <p:cNvSpPr txBox="1"/>
          <p:nvPr>
            <p:ph idx="6" type="subTitle"/>
          </p:nvPr>
        </p:nvSpPr>
        <p:spPr>
          <a:xfrm>
            <a:off x="5679800" y="24526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CUSTOM_6_1_1_1_1_1"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09" name="Google Shape;109;p15"/>
          <p:cNvCxnSpPr>
            <a:stCxn id="108" idx="2"/>
          </p:cNvCxnSpPr>
          <p:nvPr/>
        </p:nvCxnSpPr>
        <p:spPr>
          <a:xfrm>
            <a:off x="4571950" y="986500"/>
            <a:ext cx="4575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5"/>
          <p:cNvSpPr/>
          <p:nvPr/>
        </p:nvSpPr>
        <p:spPr>
          <a:xfrm>
            <a:off x="815350" y="2853050"/>
            <a:ext cx="3594900" cy="1130100"/>
          </a:xfrm>
          <a:prstGeom prst="rect">
            <a:avLst/>
          </a:prstGeom>
          <a:solidFill>
            <a:srgbClr val="494ECE">
              <a:alpha val="51540"/>
            </a:srgbClr>
          </a:solidFill>
          <a:ln cap="flat" cmpd="sng" w="28575">
            <a:solidFill>
              <a:srgbClr val="733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1878200" y="1616125"/>
            <a:ext cx="5387400" cy="1384200"/>
          </a:xfrm>
          <a:prstGeom prst="rect">
            <a:avLst/>
          </a:prstGeom>
          <a:solidFill>
            <a:srgbClr val="00FFFF">
              <a:alpha val="45380"/>
            </a:srgbClr>
          </a:solidFill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218450" y="3465375"/>
            <a:ext cx="3594900" cy="898200"/>
          </a:xfrm>
          <a:prstGeom prst="rect">
            <a:avLst/>
          </a:prstGeom>
          <a:solidFill>
            <a:srgbClr val="10D6B6">
              <a:alpha val="70590"/>
            </a:srgbClr>
          </a:solidFill>
          <a:ln cap="flat" cmpd="sng" w="28575">
            <a:solidFill>
              <a:srgbClr val="11E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113" name="Google Shape;113;p15"/>
          <p:cNvSpPr txBox="1"/>
          <p:nvPr>
            <p:ph hasCustomPrompt="1" idx="2" type="title"/>
          </p:nvPr>
        </p:nvSpPr>
        <p:spPr>
          <a:xfrm>
            <a:off x="2637350" y="1882375"/>
            <a:ext cx="3869400" cy="851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Fira Sans Extra Condensed Medium"/>
              <a:buNone/>
              <a:defRPr sz="7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5"/>
          <p:cNvSpPr txBox="1"/>
          <p:nvPr>
            <p:ph hasCustomPrompt="1" idx="3" type="title"/>
          </p:nvPr>
        </p:nvSpPr>
        <p:spPr>
          <a:xfrm>
            <a:off x="967476" y="3129125"/>
            <a:ext cx="32907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5"/>
          <p:cNvSpPr txBox="1"/>
          <p:nvPr>
            <p:ph hasCustomPrompt="1" idx="4" type="title"/>
          </p:nvPr>
        </p:nvSpPr>
        <p:spPr>
          <a:xfrm>
            <a:off x="4414951" y="3629950"/>
            <a:ext cx="32019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aira ExtraCondensed SemiBold"/>
              <a:buNone/>
              <a:defRPr sz="2800">
                <a:solidFill>
                  <a:srgbClr val="434343"/>
                </a:solidFill>
                <a:latin typeface="Saira ExtraCondensed SemiBold"/>
                <a:ea typeface="Saira ExtraCondensed SemiBold"/>
                <a:cs typeface="Saira ExtraCondensed SemiBold"/>
                <a:sym typeface="Saira Extra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●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○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■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●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○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■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●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Barlow Semi Condensed"/>
              <a:buChar char="○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200"/>
              <a:buFont typeface="Barlow Semi Condensed"/>
              <a:buChar char="■"/>
              <a:defRPr sz="1200">
                <a:solidFill>
                  <a:srgbClr val="666666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1pPr>
            <a:lvl2pPr lvl="1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lvl="2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lvl="3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lvl="4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lvl="5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lvl="6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lvl="7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lvl="8" algn="r">
              <a:buNone/>
              <a:defRPr sz="1300">
                <a:solidFill>
                  <a:srgbClr val="666666"/>
                </a:solidFill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 flipH="1">
            <a:off x="1144725" y="3316575"/>
            <a:ext cx="230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Ivo Kostovski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Front End Developer</a:t>
            </a:r>
            <a:endParaRPr/>
          </a:p>
        </p:txBody>
      </p:sp>
      <p:sp>
        <p:nvSpPr>
          <p:cNvPr id="121" name="Google Shape;121;p16"/>
          <p:cNvSpPr txBox="1"/>
          <p:nvPr>
            <p:ph type="ctrTitle"/>
          </p:nvPr>
        </p:nvSpPr>
        <p:spPr>
          <a:xfrm flipH="1">
            <a:off x="769750" y="2646075"/>
            <a:ext cx="39075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ADVANCED FRONT END DEVELOPMENT</a:t>
            </a:r>
            <a:endParaRPr>
              <a:latin typeface="Saira ExtraCondensed SemiBold"/>
              <a:ea typeface="Saira ExtraCondensed SemiBold"/>
              <a:cs typeface="Saira ExtraCondensed SemiBold"/>
              <a:sym typeface="Saira ExtraCondensed SemiBold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575" y="335075"/>
            <a:ext cx="4300148" cy="423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idx="15" type="ctrTitle"/>
          </p:nvPr>
        </p:nvSpPr>
        <p:spPr>
          <a:xfrm rot="-5400000">
            <a:off x="6378350" y="1583700"/>
            <a:ext cx="34875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we will learn</a:t>
            </a:r>
            <a:endParaRPr/>
          </a:p>
        </p:txBody>
      </p:sp>
      <p:sp>
        <p:nvSpPr>
          <p:cNvPr id="128" name="Google Shape;128;p17"/>
          <p:cNvSpPr txBox="1"/>
          <p:nvPr>
            <p:ph idx="2" type="title"/>
          </p:nvPr>
        </p:nvSpPr>
        <p:spPr>
          <a:xfrm>
            <a:off x="3110412" y="1059178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9" name="Google Shape;129;p17"/>
          <p:cNvSpPr txBox="1"/>
          <p:nvPr>
            <p:ph idx="4" type="subTitle"/>
          </p:nvPr>
        </p:nvSpPr>
        <p:spPr>
          <a:xfrm>
            <a:off x="2998950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React, Angular, Vue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0" name="Google Shape;130;p17"/>
          <p:cNvSpPr txBox="1"/>
          <p:nvPr>
            <p:ph idx="5" type="title"/>
          </p:nvPr>
        </p:nvSpPr>
        <p:spPr>
          <a:xfrm>
            <a:off x="3110412" y="2738280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05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1" name="Google Shape;131;p17"/>
          <p:cNvSpPr txBox="1"/>
          <p:nvPr>
            <p:ph idx="8" type="title"/>
          </p:nvPr>
        </p:nvSpPr>
        <p:spPr>
          <a:xfrm>
            <a:off x="5259862" y="1059178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132" name="Google Shape;132;p17"/>
          <p:cNvSpPr txBox="1"/>
          <p:nvPr>
            <p:ph idx="13" type="subTitle"/>
          </p:nvPr>
        </p:nvSpPr>
        <p:spPr>
          <a:xfrm>
            <a:off x="5148400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Let’s build something, with the new tools we learned</a:t>
            </a:r>
            <a:endParaRPr sz="1200"/>
          </a:p>
        </p:txBody>
      </p:sp>
      <p:sp>
        <p:nvSpPr>
          <p:cNvPr id="133" name="Google Shape;133;p17"/>
          <p:cNvSpPr txBox="1"/>
          <p:nvPr>
            <p:ph idx="14" type="title"/>
          </p:nvPr>
        </p:nvSpPr>
        <p:spPr>
          <a:xfrm>
            <a:off x="5259862" y="2738280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06</a:t>
            </a:r>
            <a:endParaRPr/>
          </a:p>
        </p:txBody>
      </p:sp>
      <p:sp>
        <p:nvSpPr>
          <p:cNvPr id="134" name="Google Shape;134;p17"/>
          <p:cNvSpPr txBox="1"/>
          <p:nvPr>
            <p:ph idx="6" type="ctrTitle"/>
          </p:nvPr>
        </p:nvSpPr>
        <p:spPr>
          <a:xfrm>
            <a:off x="4975625" y="15759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Advanced CSS</a:t>
            </a:r>
            <a:endParaRPr/>
          </a:p>
        </p:txBody>
      </p:sp>
      <p:sp>
        <p:nvSpPr>
          <p:cNvPr id="135" name="Google Shape;135;p17"/>
          <p:cNvSpPr txBox="1"/>
          <p:nvPr>
            <p:ph idx="7" type="subTitle"/>
          </p:nvPr>
        </p:nvSpPr>
        <p:spPr>
          <a:xfrm>
            <a:off x="5183500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Inheritance, dynamic values, customizing libraries</a:t>
            </a:r>
            <a:endParaRPr sz="1200"/>
          </a:p>
        </p:txBody>
      </p:sp>
      <p:sp>
        <p:nvSpPr>
          <p:cNvPr id="136" name="Google Shape;136;p17"/>
          <p:cNvSpPr txBox="1"/>
          <p:nvPr>
            <p:ph idx="9" type="ctrTitle"/>
          </p:nvPr>
        </p:nvSpPr>
        <p:spPr>
          <a:xfrm>
            <a:off x="4975587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</a:t>
            </a:r>
            <a:endParaRPr/>
          </a:p>
        </p:txBody>
      </p:sp>
      <p:sp>
        <p:nvSpPr>
          <p:cNvPr id="137" name="Google Shape;137;p17"/>
          <p:cNvSpPr txBox="1"/>
          <p:nvPr>
            <p:ph idx="16" type="ctrTitle"/>
          </p:nvPr>
        </p:nvSpPr>
        <p:spPr>
          <a:xfrm>
            <a:off x="606175" y="1575950"/>
            <a:ext cx="2392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Modern CSS</a:t>
            </a:r>
            <a:endParaRPr/>
          </a:p>
        </p:txBody>
      </p:sp>
      <p:sp>
        <p:nvSpPr>
          <p:cNvPr id="138" name="Google Shape;138;p17"/>
          <p:cNvSpPr txBox="1"/>
          <p:nvPr>
            <p:ph idx="17" type="subTitle"/>
          </p:nvPr>
        </p:nvSpPr>
        <p:spPr>
          <a:xfrm>
            <a:off x="849375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Variables, Flexbox, Grid</a:t>
            </a:r>
            <a:endParaRPr/>
          </a:p>
        </p:txBody>
      </p:sp>
      <p:sp>
        <p:nvSpPr>
          <p:cNvPr id="139" name="Google Shape;139;p17"/>
          <p:cNvSpPr txBox="1"/>
          <p:nvPr>
            <p:ph idx="18" type="title"/>
          </p:nvPr>
        </p:nvSpPr>
        <p:spPr>
          <a:xfrm>
            <a:off x="925737" y="1059178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140" name="Google Shape;140;p17"/>
          <p:cNvSpPr txBox="1"/>
          <p:nvPr>
            <p:ph idx="19" type="ctrTitle"/>
          </p:nvPr>
        </p:nvSpPr>
        <p:spPr>
          <a:xfrm>
            <a:off x="641487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Typescript</a:t>
            </a:r>
            <a:endParaRPr/>
          </a:p>
        </p:txBody>
      </p:sp>
      <p:sp>
        <p:nvSpPr>
          <p:cNvPr id="141" name="Google Shape;141;p17"/>
          <p:cNvSpPr txBox="1"/>
          <p:nvPr>
            <p:ph idx="20" type="subTitle"/>
          </p:nvPr>
        </p:nvSpPr>
        <p:spPr>
          <a:xfrm>
            <a:off x="814275" y="3716497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Typed JavaScript</a:t>
            </a:r>
            <a:endParaRPr/>
          </a:p>
        </p:txBody>
      </p:sp>
      <p:sp>
        <p:nvSpPr>
          <p:cNvPr id="142" name="Google Shape;142;p17"/>
          <p:cNvSpPr txBox="1"/>
          <p:nvPr>
            <p:ph idx="21" type="title"/>
          </p:nvPr>
        </p:nvSpPr>
        <p:spPr>
          <a:xfrm>
            <a:off x="925737" y="2738280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143" name="Google Shape;143;p17"/>
          <p:cNvSpPr txBox="1"/>
          <p:nvPr>
            <p:ph type="ctrTitle"/>
          </p:nvPr>
        </p:nvSpPr>
        <p:spPr>
          <a:xfrm>
            <a:off x="2825950" y="15759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SASS, SCSS &amp; LESS</a:t>
            </a:r>
            <a:endParaRPr/>
          </a:p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3034050" y="2037397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BEM &amp; the CSS </a:t>
            </a:r>
            <a:r>
              <a:rPr lang="es"/>
              <a:t>preprocessors</a:t>
            </a:r>
            <a:endParaRPr/>
          </a:p>
        </p:txBody>
      </p:sp>
      <p:sp>
        <p:nvSpPr>
          <p:cNvPr id="145" name="Google Shape;145;p17"/>
          <p:cNvSpPr txBox="1"/>
          <p:nvPr>
            <p:ph idx="3" type="ctrTitle"/>
          </p:nvPr>
        </p:nvSpPr>
        <p:spPr>
          <a:xfrm>
            <a:off x="2826162" y="3255050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JS Frameworks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0D6B6">
                <a:alpha val="70588"/>
              </a:srgbClr>
            </a:gs>
            <a:gs pos="100000">
              <a:srgbClr val="7337D4"/>
            </a:gs>
          </a:gsLst>
          <a:lin ang="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idx="2" type="ctrTitle"/>
          </p:nvPr>
        </p:nvSpPr>
        <p:spPr>
          <a:xfrm>
            <a:off x="1868249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538" y="659713"/>
            <a:ext cx="3875624" cy="39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>
            <p:ph type="title"/>
          </p:nvPr>
        </p:nvSpPr>
        <p:spPr>
          <a:xfrm>
            <a:off x="374450" y="1858700"/>
            <a:ext cx="1444800" cy="16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>
            <a:off x="1868250" y="3180775"/>
            <a:ext cx="210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did we learn about HTML?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ctrTitle"/>
          </p:nvPr>
        </p:nvSpPr>
        <p:spPr>
          <a:xfrm flipH="1">
            <a:off x="4457674" y="18626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How did we get to here?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grpSp>
        <p:nvGrpSpPr>
          <p:cNvPr id="164" name="Google Shape;164;p20"/>
          <p:cNvGrpSpPr/>
          <p:nvPr/>
        </p:nvGrpSpPr>
        <p:grpSpPr>
          <a:xfrm>
            <a:off x="3280209" y="1964676"/>
            <a:ext cx="2583380" cy="2481508"/>
            <a:chOff x="2969600" y="1280551"/>
            <a:chExt cx="3204788" cy="3078412"/>
          </a:xfrm>
        </p:grpSpPr>
        <p:grpSp>
          <p:nvGrpSpPr>
            <p:cNvPr id="165" name="Google Shape;165;p20"/>
            <p:cNvGrpSpPr/>
            <p:nvPr/>
          </p:nvGrpSpPr>
          <p:grpSpPr>
            <a:xfrm>
              <a:off x="2969600" y="1695094"/>
              <a:ext cx="3204788" cy="2663869"/>
              <a:chOff x="2096100" y="1105981"/>
              <a:chExt cx="3204788" cy="2663869"/>
            </a:xfrm>
          </p:grpSpPr>
          <p:sp>
            <p:nvSpPr>
              <p:cNvPr id="166" name="Google Shape;166;p20"/>
              <p:cNvSpPr/>
              <p:nvPr/>
            </p:nvSpPr>
            <p:spPr>
              <a:xfrm>
                <a:off x="2431699" y="1105981"/>
                <a:ext cx="2535900" cy="2535900"/>
              </a:xfrm>
              <a:prstGeom prst="ellipse">
                <a:avLst/>
              </a:prstGeom>
              <a:noFill/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20"/>
              <p:cNvSpPr/>
              <p:nvPr/>
            </p:nvSpPr>
            <p:spPr>
              <a:xfrm>
                <a:off x="2096100" y="1534776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0"/>
              <p:cNvSpPr/>
              <p:nvPr/>
            </p:nvSpPr>
            <p:spPr>
              <a:xfrm>
                <a:off x="4386488" y="1534763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>
                <a:off x="2414775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0"/>
              <p:cNvSpPr/>
              <p:nvPr/>
            </p:nvSpPr>
            <p:spPr>
              <a:xfrm>
                <a:off x="4080563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" name="Google Shape;171;p20"/>
            <p:cNvSpPr/>
            <p:nvPr/>
          </p:nvSpPr>
          <p:spPr>
            <a:xfrm>
              <a:off x="4114788" y="1280551"/>
              <a:ext cx="914400" cy="914700"/>
            </a:xfrm>
            <a:prstGeom prst="ellipse">
              <a:avLst/>
            </a:prstGeom>
            <a:solidFill>
              <a:srgbClr val="7337D4">
                <a:alpha val="80770"/>
              </a:srgbClr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20"/>
          <p:cNvSpPr txBox="1"/>
          <p:nvPr>
            <p:ph idx="4294967295" type="subTitle"/>
          </p:nvPr>
        </p:nvSpPr>
        <p:spPr>
          <a:xfrm>
            <a:off x="5966618" y="2737630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Elements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73" name="Google Shape;173;p20"/>
          <p:cNvSpPr txBox="1"/>
          <p:nvPr>
            <p:ph idx="4294967295" type="subTitle"/>
          </p:nvPr>
        </p:nvSpPr>
        <p:spPr>
          <a:xfrm>
            <a:off x="1376700" y="27376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Attributes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74" name="Google Shape;174;p20"/>
          <p:cNvSpPr txBox="1"/>
          <p:nvPr>
            <p:ph idx="4294967295" type="subTitle"/>
          </p:nvPr>
        </p:nvSpPr>
        <p:spPr>
          <a:xfrm>
            <a:off x="5711379" y="38163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Script &amp; Link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5" name="Google Shape;175;p20"/>
          <p:cNvSpPr txBox="1"/>
          <p:nvPr>
            <p:ph idx="4294967295" type="subTitle"/>
          </p:nvPr>
        </p:nvSpPr>
        <p:spPr>
          <a:xfrm>
            <a:off x="1641975" y="38163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Head &amp; Body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76" name="Google Shape;176;p20"/>
          <p:cNvSpPr txBox="1"/>
          <p:nvPr>
            <p:ph idx="4294967295" type="subTitle"/>
          </p:nvPr>
        </p:nvSpPr>
        <p:spPr>
          <a:xfrm>
            <a:off x="3618750" y="13375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Semantic HTML5 tags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00" y="1148800"/>
            <a:ext cx="47625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idx="2" type="ctrTitle"/>
          </p:nvPr>
        </p:nvSpPr>
        <p:spPr>
          <a:xfrm flipH="1">
            <a:off x="3829163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b="4345" l="13539" r="0" t="1994"/>
          <a:stretch/>
        </p:blipFill>
        <p:spPr>
          <a:xfrm>
            <a:off x="0" y="-28340"/>
            <a:ext cx="3627801" cy="51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 flipH="1">
            <a:off x="7477262" y="1858700"/>
            <a:ext cx="1444800" cy="16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088" y="152400"/>
            <a:ext cx="754982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grpSp>
        <p:nvGrpSpPr>
          <p:cNvPr id="199" name="Google Shape;199;p24"/>
          <p:cNvGrpSpPr/>
          <p:nvPr/>
        </p:nvGrpSpPr>
        <p:grpSpPr>
          <a:xfrm>
            <a:off x="3280209" y="1964676"/>
            <a:ext cx="2583380" cy="2481508"/>
            <a:chOff x="2969600" y="1280551"/>
            <a:chExt cx="3204788" cy="3078412"/>
          </a:xfrm>
        </p:grpSpPr>
        <p:grpSp>
          <p:nvGrpSpPr>
            <p:cNvPr id="200" name="Google Shape;200;p24"/>
            <p:cNvGrpSpPr/>
            <p:nvPr/>
          </p:nvGrpSpPr>
          <p:grpSpPr>
            <a:xfrm>
              <a:off x="2969600" y="1695094"/>
              <a:ext cx="3204788" cy="2663869"/>
              <a:chOff x="2096100" y="1105981"/>
              <a:chExt cx="3204788" cy="2663869"/>
            </a:xfrm>
          </p:grpSpPr>
          <p:sp>
            <p:nvSpPr>
              <p:cNvPr id="201" name="Google Shape;201;p24"/>
              <p:cNvSpPr/>
              <p:nvPr/>
            </p:nvSpPr>
            <p:spPr>
              <a:xfrm>
                <a:off x="2431699" y="1105981"/>
                <a:ext cx="2535900" cy="2535900"/>
              </a:xfrm>
              <a:prstGeom prst="ellipse">
                <a:avLst/>
              </a:prstGeom>
              <a:noFill/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2096100" y="1534776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4"/>
              <p:cNvSpPr/>
              <p:nvPr/>
            </p:nvSpPr>
            <p:spPr>
              <a:xfrm>
                <a:off x="4386488" y="1534763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4"/>
              <p:cNvSpPr/>
              <p:nvPr/>
            </p:nvSpPr>
            <p:spPr>
              <a:xfrm>
                <a:off x="2414775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4080563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" name="Google Shape;206;p24"/>
            <p:cNvSpPr/>
            <p:nvPr/>
          </p:nvSpPr>
          <p:spPr>
            <a:xfrm>
              <a:off x="4114788" y="1280551"/>
              <a:ext cx="914400" cy="914700"/>
            </a:xfrm>
            <a:prstGeom prst="ellipse">
              <a:avLst/>
            </a:prstGeom>
            <a:solidFill>
              <a:srgbClr val="7337D4">
                <a:alpha val="80770"/>
              </a:srgbClr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4"/>
          <p:cNvSpPr txBox="1"/>
          <p:nvPr>
            <p:ph idx="4294967295" type="subTitle"/>
          </p:nvPr>
        </p:nvSpPr>
        <p:spPr>
          <a:xfrm>
            <a:off x="5966618" y="2737630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Type of values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08" name="Google Shape;208;p24"/>
          <p:cNvSpPr txBox="1"/>
          <p:nvPr>
            <p:ph idx="4294967295" type="subTitle"/>
          </p:nvPr>
        </p:nvSpPr>
        <p:spPr>
          <a:xfrm>
            <a:off x="1376700" y="27376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Grid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09" name="Google Shape;209;p24"/>
          <p:cNvSpPr txBox="1"/>
          <p:nvPr>
            <p:ph idx="4294967295" type="subTitle"/>
          </p:nvPr>
        </p:nvSpPr>
        <p:spPr>
          <a:xfrm>
            <a:off x="5711379" y="38163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Animations &amp; Transitions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0" name="Google Shape;210;p24"/>
          <p:cNvSpPr txBox="1"/>
          <p:nvPr>
            <p:ph idx="4294967295" type="subTitle"/>
          </p:nvPr>
        </p:nvSpPr>
        <p:spPr>
          <a:xfrm>
            <a:off x="1641975" y="38163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Positioning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11" name="Google Shape;211;p24"/>
          <p:cNvSpPr txBox="1"/>
          <p:nvPr>
            <p:ph idx="4294967295" type="subTitle"/>
          </p:nvPr>
        </p:nvSpPr>
        <p:spPr>
          <a:xfrm>
            <a:off x="3618750" y="13375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Selectors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ctrTitle"/>
          </p:nvPr>
        </p:nvSpPr>
        <p:spPr>
          <a:xfrm>
            <a:off x="1552731" y="1958125"/>
            <a:ext cx="2797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GOOD</a:t>
            </a:r>
            <a:endParaRPr sz="1800"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sp>
        <p:nvSpPr>
          <p:cNvPr id="217" name="Google Shape;217;p25"/>
          <p:cNvSpPr txBox="1"/>
          <p:nvPr>
            <p:ph idx="1" type="subTitle"/>
          </p:nvPr>
        </p:nvSpPr>
        <p:spPr>
          <a:xfrm>
            <a:off x="1552725" y="2602825"/>
            <a:ext cx="2797200" cy="1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selector strength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BEM or other naming methodology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reusable classes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Flexbox instead of float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Inverted triangle or other organization method for css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inheritance</a:t>
            </a:r>
            <a:endParaRPr/>
          </a:p>
        </p:txBody>
      </p:sp>
      <p:sp>
        <p:nvSpPr>
          <p:cNvPr id="218" name="Google Shape;218;p25"/>
          <p:cNvSpPr txBox="1"/>
          <p:nvPr>
            <p:ph idx="2" type="subTitle"/>
          </p:nvPr>
        </p:nvSpPr>
        <p:spPr>
          <a:xfrm>
            <a:off x="4794050" y="2587225"/>
            <a:ext cx="2797200" cy="15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Camel Case classes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Targeting elements using id selectors in CSS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Code indentation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Inline styles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Incorrectly Using Positioning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improper values for properties (color names, 0px etc.)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!important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25"/>
          <p:cNvSpPr txBox="1"/>
          <p:nvPr>
            <p:ph idx="3" type="ctrTitle"/>
          </p:nvPr>
        </p:nvSpPr>
        <p:spPr>
          <a:xfrm>
            <a:off x="4794050" y="1958125"/>
            <a:ext cx="2797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BAD</a:t>
            </a:r>
            <a:endParaRPr sz="1800"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sp>
        <p:nvSpPr>
          <p:cNvPr id="220" name="Google Shape;220;p25"/>
          <p:cNvSpPr txBox="1"/>
          <p:nvPr>
            <p:ph idx="4294967295" type="sldNum"/>
          </p:nvPr>
        </p:nvSpPr>
        <p:spPr>
          <a:xfrm>
            <a:off x="8307994" y="45224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1" name="Google Shape;221;p25"/>
          <p:cNvSpPr txBox="1"/>
          <p:nvPr>
            <p:ph idx="4" type="ctrTitle"/>
          </p:nvPr>
        </p:nvSpPr>
        <p:spPr>
          <a:xfrm>
            <a:off x="1000125" y="134800"/>
            <a:ext cx="71439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practices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ctrTitle"/>
          </p:nvPr>
        </p:nvSpPr>
        <p:spPr>
          <a:xfrm>
            <a:off x="561900" y="965250"/>
            <a:ext cx="41244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new will we learn about CSS?</a:t>
            </a:r>
            <a:endParaRPr/>
          </a:p>
        </p:txBody>
      </p:sp>
      <p:sp>
        <p:nvSpPr>
          <p:cNvPr id="227" name="Google Shape;227;p26"/>
          <p:cNvSpPr txBox="1"/>
          <p:nvPr>
            <p:ph idx="2" type="subTitle"/>
          </p:nvPr>
        </p:nvSpPr>
        <p:spPr>
          <a:xfrm flipH="1">
            <a:off x="4576500" y="31480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Inheritance in CSS</a:t>
            </a:r>
            <a:endParaRPr/>
          </a:p>
        </p:txBody>
      </p:sp>
      <p:sp>
        <p:nvSpPr>
          <p:cNvPr id="228" name="Google Shape;228;p26"/>
          <p:cNvSpPr txBox="1"/>
          <p:nvPr>
            <p:ph idx="3" type="subTitle"/>
          </p:nvPr>
        </p:nvSpPr>
        <p:spPr>
          <a:xfrm flipH="1">
            <a:off x="4576500" y="34894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 Variables</a:t>
            </a:r>
            <a:endParaRPr/>
          </a:p>
        </p:txBody>
      </p:sp>
      <p:sp>
        <p:nvSpPr>
          <p:cNvPr id="229" name="Google Shape;229;p26"/>
          <p:cNvSpPr txBox="1"/>
          <p:nvPr>
            <p:ph idx="4" type="subTitle"/>
          </p:nvPr>
        </p:nvSpPr>
        <p:spPr>
          <a:xfrm flipH="1">
            <a:off x="4576500" y="38308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Mobile first VS </a:t>
            </a:r>
            <a:r>
              <a:rPr lang="es"/>
              <a:t>Desktop</a:t>
            </a:r>
            <a:r>
              <a:rPr lang="es"/>
              <a:t> First</a:t>
            </a:r>
            <a:endParaRPr/>
          </a:p>
        </p:txBody>
      </p:sp>
      <p:sp>
        <p:nvSpPr>
          <p:cNvPr id="230" name="Google Shape;230;p26"/>
          <p:cNvSpPr txBox="1"/>
          <p:nvPr>
            <p:ph idx="1" type="subTitle"/>
          </p:nvPr>
        </p:nvSpPr>
        <p:spPr>
          <a:xfrm flipH="1">
            <a:off x="4576500" y="28066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Flexbox and Grid to position elements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type="ctrTitle"/>
          </p:nvPr>
        </p:nvSpPr>
        <p:spPr>
          <a:xfrm>
            <a:off x="561900" y="965250"/>
            <a:ext cx="41244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CSS preprocessors?</a:t>
            </a:r>
            <a:endParaRPr/>
          </a:p>
        </p:txBody>
      </p:sp>
      <p:sp>
        <p:nvSpPr>
          <p:cNvPr id="236" name="Google Shape;236;p27"/>
          <p:cNvSpPr txBox="1"/>
          <p:nvPr>
            <p:ph idx="2" type="subTitle"/>
          </p:nvPr>
        </p:nvSpPr>
        <p:spPr>
          <a:xfrm flipH="1">
            <a:off x="4576500" y="31480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Variables, mixins, extends</a:t>
            </a:r>
            <a:endParaRPr/>
          </a:p>
        </p:txBody>
      </p:sp>
      <p:sp>
        <p:nvSpPr>
          <p:cNvPr id="237" name="Google Shape;237;p27"/>
          <p:cNvSpPr txBox="1"/>
          <p:nvPr>
            <p:ph idx="3" type="subTitle"/>
          </p:nvPr>
        </p:nvSpPr>
        <p:spPr>
          <a:xfrm flipH="1">
            <a:off x="4576500" y="34894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@if, @else, @else if and @if not: Sass conditional statements</a:t>
            </a:r>
            <a:endParaRPr/>
          </a:p>
        </p:txBody>
      </p:sp>
      <p:sp>
        <p:nvSpPr>
          <p:cNvPr id="238" name="Google Shape;238;p27"/>
          <p:cNvSpPr txBox="1"/>
          <p:nvPr>
            <p:ph idx="4" type="subTitle"/>
          </p:nvPr>
        </p:nvSpPr>
        <p:spPr>
          <a:xfrm flipH="1">
            <a:off x="4576500" y="38308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@for, @each and @while loops in Sass and SCSS</a:t>
            </a:r>
            <a:endParaRPr/>
          </a:p>
        </p:txBody>
      </p:sp>
      <p:sp>
        <p:nvSpPr>
          <p:cNvPr id="239" name="Google Shape;239;p27"/>
          <p:cNvSpPr txBox="1"/>
          <p:nvPr>
            <p:ph idx="1" type="subTitle"/>
          </p:nvPr>
        </p:nvSpPr>
        <p:spPr>
          <a:xfrm flipH="1">
            <a:off x="4576500" y="28066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SASS, SCSS, LESS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07212" y="1092475"/>
            <a:ext cx="3442363" cy="315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8"/>
          <p:cNvSpPr txBox="1"/>
          <p:nvPr>
            <p:ph idx="2" type="ctrTitle"/>
          </p:nvPr>
        </p:nvSpPr>
        <p:spPr>
          <a:xfrm>
            <a:off x="2102537" y="2540048"/>
            <a:ext cx="3294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sp>
        <p:nvSpPr>
          <p:cNvPr id="246" name="Google Shape;246;p28"/>
          <p:cNvSpPr txBox="1"/>
          <p:nvPr>
            <p:ph type="title"/>
          </p:nvPr>
        </p:nvSpPr>
        <p:spPr>
          <a:xfrm>
            <a:off x="303938" y="1858700"/>
            <a:ext cx="1444800" cy="16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247" name="Google Shape;247;p28"/>
          <p:cNvSpPr txBox="1"/>
          <p:nvPr>
            <p:ph idx="1" type="subTitle"/>
          </p:nvPr>
        </p:nvSpPr>
        <p:spPr>
          <a:xfrm>
            <a:off x="2109125" y="2952184"/>
            <a:ext cx="19065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undefined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grpSp>
        <p:nvGrpSpPr>
          <p:cNvPr id="253" name="Google Shape;253;p29"/>
          <p:cNvGrpSpPr/>
          <p:nvPr/>
        </p:nvGrpSpPr>
        <p:grpSpPr>
          <a:xfrm>
            <a:off x="3280209" y="1964676"/>
            <a:ext cx="2583380" cy="2481508"/>
            <a:chOff x="2969600" y="1280551"/>
            <a:chExt cx="3204788" cy="3078412"/>
          </a:xfrm>
        </p:grpSpPr>
        <p:grpSp>
          <p:nvGrpSpPr>
            <p:cNvPr id="254" name="Google Shape;254;p29"/>
            <p:cNvGrpSpPr/>
            <p:nvPr/>
          </p:nvGrpSpPr>
          <p:grpSpPr>
            <a:xfrm>
              <a:off x="2969600" y="1695094"/>
              <a:ext cx="3204788" cy="2663869"/>
              <a:chOff x="2096100" y="1105981"/>
              <a:chExt cx="3204788" cy="2663869"/>
            </a:xfrm>
          </p:grpSpPr>
          <p:sp>
            <p:nvSpPr>
              <p:cNvPr id="255" name="Google Shape;255;p29"/>
              <p:cNvSpPr/>
              <p:nvPr/>
            </p:nvSpPr>
            <p:spPr>
              <a:xfrm>
                <a:off x="2431699" y="1105981"/>
                <a:ext cx="2535900" cy="2535900"/>
              </a:xfrm>
              <a:prstGeom prst="ellipse">
                <a:avLst/>
              </a:prstGeom>
              <a:noFill/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9"/>
              <p:cNvSpPr/>
              <p:nvPr/>
            </p:nvSpPr>
            <p:spPr>
              <a:xfrm>
                <a:off x="2096100" y="1534776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9"/>
              <p:cNvSpPr/>
              <p:nvPr/>
            </p:nvSpPr>
            <p:spPr>
              <a:xfrm>
                <a:off x="4386488" y="1534763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2414775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4080563" y="2855151"/>
                <a:ext cx="914400" cy="914700"/>
              </a:xfrm>
              <a:prstGeom prst="ellipse">
                <a:avLst/>
              </a:prstGeom>
              <a:solidFill>
                <a:srgbClr val="7337D4">
                  <a:alpha val="80770"/>
                </a:srgbClr>
              </a:solidFill>
              <a:ln cap="flat" cmpd="sng" w="2857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0" name="Google Shape;260;p29"/>
            <p:cNvSpPr/>
            <p:nvPr/>
          </p:nvSpPr>
          <p:spPr>
            <a:xfrm>
              <a:off x="4114788" y="1280551"/>
              <a:ext cx="914400" cy="914700"/>
            </a:xfrm>
            <a:prstGeom prst="ellipse">
              <a:avLst/>
            </a:prstGeom>
            <a:solidFill>
              <a:srgbClr val="7337D4">
                <a:alpha val="80770"/>
              </a:srgbClr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" name="Google Shape;261;p29"/>
          <p:cNvSpPr txBox="1"/>
          <p:nvPr>
            <p:ph idx="4294967295" type="subTitle"/>
          </p:nvPr>
        </p:nvSpPr>
        <p:spPr>
          <a:xfrm>
            <a:off x="5966618" y="2737630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Event loop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2" name="Google Shape;262;p29"/>
          <p:cNvSpPr txBox="1"/>
          <p:nvPr>
            <p:ph idx="4294967295" type="subTitle"/>
          </p:nvPr>
        </p:nvSpPr>
        <p:spPr>
          <a:xfrm>
            <a:off x="1376700" y="27376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Variable scoping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3" name="Google Shape;263;p29"/>
          <p:cNvSpPr txBox="1"/>
          <p:nvPr>
            <p:ph idx="4294967295" type="subTitle"/>
          </p:nvPr>
        </p:nvSpPr>
        <p:spPr>
          <a:xfrm>
            <a:off x="5711379" y="38163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Asynchronous VS Synchronous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4" name="Google Shape;264;p29"/>
          <p:cNvSpPr txBox="1"/>
          <p:nvPr>
            <p:ph idx="4294967295" type="subTitle"/>
          </p:nvPr>
        </p:nvSpPr>
        <p:spPr>
          <a:xfrm>
            <a:off x="1641975" y="3816325"/>
            <a:ext cx="1803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Types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265" name="Google Shape;265;p29"/>
          <p:cNvSpPr txBox="1"/>
          <p:nvPr>
            <p:ph idx="4294967295" type="subTitle"/>
          </p:nvPr>
        </p:nvSpPr>
        <p:spPr>
          <a:xfrm>
            <a:off x="3618750" y="1337542"/>
            <a:ext cx="19065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ECMAScript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361950"/>
            <a:ext cx="66675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ctrTitle"/>
          </p:nvPr>
        </p:nvSpPr>
        <p:spPr>
          <a:xfrm>
            <a:off x="1552731" y="1958125"/>
            <a:ext cx="2797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GOOD</a:t>
            </a:r>
            <a:endParaRPr sz="1800"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sp>
        <p:nvSpPr>
          <p:cNvPr id="276" name="Google Shape;276;p31"/>
          <p:cNvSpPr txBox="1"/>
          <p:nvPr>
            <p:ph idx="1" type="subTitle"/>
          </p:nvPr>
        </p:nvSpPr>
        <p:spPr>
          <a:xfrm>
            <a:off x="1552725" y="2602825"/>
            <a:ext cx="2797200" cy="1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let &amp; const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naming conventions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Using ===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Declaring global variables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Optimizing the code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Dom manipulation with event listeners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DRY</a:t>
            </a:r>
            <a:endParaRPr/>
          </a:p>
        </p:txBody>
      </p:sp>
      <p:sp>
        <p:nvSpPr>
          <p:cNvPr id="277" name="Google Shape;277;p31"/>
          <p:cNvSpPr txBox="1"/>
          <p:nvPr>
            <p:ph idx="2" type="subTitle"/>
          </p:nvPr>
        </p:nvSpPr>
        <p:spPr>
          <a:xfrm>
            <a:off x="4794050" y="2618475"/>
            <a:ext cx="2797200" cy="1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var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terrible names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==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Declaring variables in proper scope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</a:t>
            </a:r>
            <a:r>
              <a:rPr lang="es">
                <a:solidFill>
                  <a:schemeClr val="lt1"/>
                </a:solidFill>
              </a:rPr>
              <a:t>unnecessary</a:t>
            </a:r>
            <a:r>
              <a:rPr lang="es">
                <a:solidFill>
                  <a:schemeClr val="lt1"/>
                </a:solidFill>
              </a:rPr>
              <a:t> loops and/or recursion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Using inline event handlers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" name="Google Shape;278;p31"/>
          <p:cNvSpPr txBox="1"/>
          <p:nvPr>
            <p:ph idx="3" type="ctrTitle"/>
          </p:nvPr>
        </p:nvSpPr>
        <p:spPr>
          <a:xfrm>
            <a:off x="4794050" y="1958125"/>
            <a:ext cx="2797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BAD</a:t>
            </a:r>
            <a:endParaRPr sz="1800"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sp>
        <p:nvSpPr>
          <p:cNvPr id="279" name="Google Shape;279;p31"/>
          <p:cNvSpPr txBox="1"/>
          <p:nvPr>
            <p:ph idx="4294967295" type="sldNum"/>
          </p:nvPr>
        </p:nvSpPr>
        <p:spPr>
          <a:xfrm>
            <a:off x="8307994" y="4522465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80" name="Google Shape;280;p31"/>
          <p:cNvSpPr txBox="1"/>
          <p:nvPr>
            <p:ph idx="4" type="ctrTitle"/>
          </p:nvPr>
        </p:nvSpPr>
        <p:spPr>
          <a:xfrm>
            <a:off x="1000125" y="134800"/>
            <a:ext cx="71439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</a:t>
            </a:r>
            <a:r>
              <a:rPr lang="es"/>
              <a:t>practices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ctrTitle"/>
          </p:nvPr>
        </p:nvSpPr>
        <p:spPr>
          <a:xfrm>
            <a:off x="544600" y="965250"/>
            <a:ext cx="41418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What new will we learn about JS?</a:t>
            </a:r>
            <a:endParaRPr/>
          </a:p>
        </p:txBody>
      </p:sp>
      <p:sp>
        <p:nvSpPr>
          <p:cNvPr id="286" name="Google Shape;286;p32"/>
          <p:cNvSpPr txBox="1"/>
          <p:nvPr>
            <p:ph idx="2" type="subTitle"/>
          </p:nvPr>
        </p:nvSpPr>
        <p:spPr>
          <a:xfrm flipH="1">
            <a:off x="4576500" y="31480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is TypeScript, and why is it so popular?</a:t>
            </a:r>
            <a:endParaRPr/>
          </a:p>
        </p:txBody>
      </p:sp>
      <p:sp>
        <p:nvSpPr>
          <p:cNvPr id="287" name="Google Shape;287;p32"/>
          <p:cNvSpPr txBox="1"/>
          <p:nvPr>
            <p:ph idx="3" type="subTitle"/>
          </p:nvPr>
        </p:nvSpPr>
        <p:spPr>
          <a:xfrm flipH="1">
            <a:off x="4576500" y="34894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JS libraries, and what are </a:t>
            </a:r>
            <a:r>
              <a:rPr lang="es">
                <a:solidFill>
                  <a:schemeClr val="lt1"/>
                </a:solidFill>
              </a:rPr>
              <a:t>JS frameworks and why there are more than 100 of them!?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2"/>
          <p:cNvSpPr txBox="1"/>
          <p:nvPr>
            <p:ph idx="1" type="subTitle"/>
          </p:nvPr>
        </p:nvSpPr>
        <p:spPr>
          <a:xfrm flipH="1">
            <a:off x="4576500" y="28066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How to add TypeScript to your project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type="ctrTitle"/>
          </p:nvPr>
        </p:nvSpPr>
        <p:spPr>
          <a:xfrm>
            <a:off x="544600" y="965250"/>
            <a:ext cx="41418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Frameworks</a:t>
            </a:r>
            <a:endParaRPr/>
          </a:p>
        </p:txBody>
      </p:sp>
      <p:sp>
        <p:nvSpPr>
          <p:cNvPr id="294" name="Google Shape;294;p33"/>
          <p:cNvSpPr txBox="1"/>
          <p:nvPr>
            <p:ph idx="2" type="subTitle"/>
          </p:nvPr>
        </p:nvSpPr>
        <p:spPr>
          <a:xfrm flipH="1">
            <a:off x="4576500" y="31480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Services, Modules, Directives, Decorators, Pipes, Hooks...</a:t>
            </a:r>
            <a:endParaRPr/>
          </a:p>
        </p:txBody>
      </p:sp>
      <p:sp>
        <p:nvSpPr>
          <p:cNvPr id="295" name="Google Shape;295;p33"/>
          <p:cNvSpPr txBox="1"/>
          <p:nvPr>
            <p:ph idx="3" type="subTitle"/>
          </p:nvPr>
        </p:nvSpPr>
        <p:spPr>
          <a:xfrm flipH="1">
            <a:off x="4576500" y="34894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Fetching data, Data binding, Virtual DOM</a:t>
            </a:r>
            <a:endParaRPr/>
          </a:p>
        </p:txBody>
      </p:sp>
      <p:sp>
        <p:nvSpPr>
          <p:cNvPr id="296" name="Google Shape;296;p33"/>
          <p:cNvSpPr txBox="1"/>
          <p:nvPr>
            <p:ph idx="1" type="subTitle"/>
          </p:nvPr>
        </p:nvSpPr>
        <p:spPr>
          <a:xfrm flipH="1">
            <a:off x="4576500" y="2806650"/>
            <a:ext cx="4423200" cy="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lass based vs Function based components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Most popular JS Frameworks</a:t>
            </a:r>
            <a:endParaRPr/>
          </a:p>
        </p:txBody>
      </p:sp>
      <p:sp>
        <p:nvSpPr>
          <p:cNvPr id="302" name="Google Shape;302;p34"/>
          <p:cNvSpPr txBox="1"/>
          <p:nvPr>
            <p:ph idx="2" type="ctrTitle"/>
          </p:nvPr>
        </p:nvSpPr>
        <p:spPr>
          <a:xfrm>
            <a:off x="2210934" y="22801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React</a:t>
            </a:r>
            <a:endParaRPr/>
          </a:p>
        </p:txBody>
      </p:sp>
      <p:sp>
        <p:nvSpPr>
          <p:cNvPr id="303" name="Google Shape;303;p34"/>
          <p:cNvSpPr txBox="1"/>
          <p:nvPr>
            <p:ph idx="1" type="subTitle"/>
          </p:nvPr>
        </p:nvSpPr>
        <p:spPr>
          <a:xfrm>
            <a:off x="2084700" y="24526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Facebook</a:t>
            </a:r>
            <a:endParaRPr/>
          </a:p>
        </p:txBody>
      </p:sp>
      <p:sp>
        <p:nvSpPr>
          <p:cNvPr id="304" name="Google Shape;304;p34"/>
          <p:cNvSpPr txBox="1"/>
          <p:nvPr>
            <p:ph idx="3" type="ctrTitle"/>
          </p:nvPr>
        </p:nvSpPr>
        <p:spPr>
          <a:xfrm>
            <a:off x="4008384" y="34139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Vue</a:t>
            </a:r>
            <a:endParaRPr/>
          </a:p>
        </p:txBody>
      </p:sp>
      <p:sp>
        <p:nvSpPr>
          <p:cNvPr id="305" name="Google Shape;305;p34"/>
          <p:cNvSpPr txBox="1"/>
          <p:nvPr>
            <p:ph idx="5" type="ctrTitle"/>
          </p:nvPr>
        </p:nvSpPr>
        <p:spPr>
          <a:xfrm>
            <a:off x="5806034" y="2280150"/>
            <a:ext cx="11271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Angular</a:t>
            </a:r>
            <a:endParaRPr/>
          </a:p>
        </p:txBody>
      </p:sp>
      <p:sp>
        <p:nvSpPr>
          <p:cNvPr id="306" name="Google Shape;306;p34"/>
          <p:cNvSpPr txBox="1"/>
          <p:nvPr>
            <p:ph idx="4" type="subTitle"/>
          </p:nvPr>
        </p:nvSpPr>
        <p:spPr>
          <a:xfrm>
            <a:off x="3882150" y="35864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</a:t>
            </a:r>
            <a:r>
              <a:rPr lang="es"/>
              <a:t>pen-source</a:t>
            </a:r>
            <a:endParaRPr/>
          </a:p>
        </p:txBody>
      </p:sp>
      <p:grpSp>
        <p:nvGrpSpPr>
          <p:cNvPr id="307" name="Google Shape;307;p34"/>
          <p:cNvGrpSpPr/>
          <p:nvPr/>
        </p:nvGrpSpPr>
        <p:grpSpPr>
          <a:xfrm>
            <a:off x="12122240" y="-2385279"/>
            <a:ext cx="331366" cy="330494"/>
            <a:chOff x="-4570325" y="2405775"/>
            <a:chExt cx="294600" cy="293825"/>
          </a:xfrm>
        </p:grpSpPr>
        <p:sp>
          <p:nvSpPr>
            <p:cNvPr id="308" name="Google Shape;308;p34"/>
            <p:cNvSpPr/>
            <p:nvPr/>
          </p:nvSpPr>
          <p:spPr>
            <a:xfrm>
              <a:off x="-4570325" y="2405775"/>
              <a:ext cx="294600" cy="293825"/>
            </a:xfrm>
            <a:custGeom>
              <a:rect b="b" l="l" r="r" t="t"/>
              <a:pathLst>
                <a:path extrusionOk="0" h="11753" w="11784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-4478175" y="2439650"/>
              <a:ext cx="103975" cy="120525"/>
            </a:xfrm>
            <a:custGeom>
              <a:rect b="b" l="l" r="r" t="t"/>
              <a:pathLst>
                <a:path extrusionOk="0" h="4821" w="4159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34"/>
          <p:cNvGrpSpPr/>
          <p:nvPr/>
        </p:nvGrpSpPr>
        <p:grpSpPr>
          <a:xfrm>
            <a:off x="9618906" y="-2383930"/>
            <a:ext cx="329595" cy="327823"/>
            <a:chOff x="-3854375" y="2046625"/>
            <a:chExt cx="293025" cy="291450"/>
          </a:xfrm>
        </p:grpSpPr>
        <p:sp>
          <p:nvSpPr>
            <p:cNvPr id="311" name="Google Shape;311;p34"/>
            <p:cNvSpPr/>
            <p:nvPr/>
          </p:nvSpPr>
          <p:spPr>
            <a:xfrm>
              <a:off x="-3854375" y="204662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-3714975" y="2080500"/>
              <a:ext cx="103200" cy="119750"/>
            </a:xfrm>
            <a:custGeom>
              <a:rect b="b" l="l" r="r" t="t"/>
              <a:pathLst>
                <a:path extrusionOk="0" h="4790" w="4128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34"/>
          <p:cNvSpPr txBox="1"/>
          <p:nvPr>
            <p:ph idx="6" type="subTitle"/>
          </p:nvPr>
        </p:nvSpPr>
        <p:spPr>
          <a:xfrm>
            <a:off x="5679800" y="2452668"/>
            <a:ext cx="13797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Google</a:t>
            </a:r>
            <a:endParaRPr/>
          </a:p>
        </p:txBody>
      </p:sp>
      <p:pic>
        <p:nvPicPr>
          <p:cNvPr id="314" name="Google Shape;3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000" y="1387175"/>
            <a:ext cx="881100" cy="7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674" y="2520319"/>
            <a:ext cx="982850" cy="85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3788" y="1387175"/>
            <a:ext cx="791575" cy="7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React vs Angular vs Vue: Popularity</a:t>
            </a:r>
            <a:endParaRPr/>
          </a:p>
        </p:txBody>
      </p:sp>
      <p:pic>
        <p:nvPicPr>
          <p:cNvPr id="322" name="Google Shape;3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8450"/>
            <a:ext cx="8839201" cy="3584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Angular VS React VS Vue comparison</a:t>
            </a:r>
            <a:endParaRPr/>
          </a:p>
        </p:txBody>
      </p:sp>
      <p:pic>
        <p:nvPicPr>
          <p:cNvPr id="328" name="Google Shape;3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01" y="1158825"/>
            <a:ext cx="5714450" cy="3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/>
          <p:nvPr>
            <p:ph type="ctrTitle"/>
          </p:nvPr>
        </p:nvSpPr>
        <p:spPr>
          <a:xfrm>
            <a:off x="544600" y="965250"/>
            <a:ext cx="4141800" cy="17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Let’s choose our weapon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"/>
          <p:cNvSpPr txBox="1"/>
          <p:nvPr>
            <p:ph type="ctrTitle"/>
          </p:nvPr>
        </p:nvSpPr>
        <p:spPr>
          <a:xfrm>
            <a:off x="619900" y="134800"/>
            <a:ext cx="79041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FE Team</a:t>
            </a:r>
            <a:endParaRPr/>
          </a:p>
        </p:txBody>
      </p:sp>
      <p:sp>
        <p:nvSpPr>
          <p:cNvPr id="339" name="Google Shape;339;p38"/>
          <p:cNvSpPr txBox="1"/>
          <p:nvPr>
            <p:ph idx="4294967295" type="subTitle"/>
          </p:nvPr>
        </p:nvSpPr>
        <p:spPr>
          <a:xfrm>
            <a:off x="2004700" y="3867250"/>
            <a:ext cx="16731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rgbClr val="FFFFFF"/>
                </a:solidFill>
              </a:rPr>
              <a:t>Front End Developer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0" name="Google Shape;340;p38"/>
          <p:cNvSpPr txBox="1"/>
          <p:nvPr>
            <p:ph idx="4294967295" type="subTitle"/>
          </p:nvPr>
        </p:nvSpPr>
        <p:spPr>
          <a:xfrm>
            <a:off x="5635325" y="3867250"/>
            <a:ext cx="16731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lt1"/>
                </a:solidFill>
              </a:rPr>
              <a:t>Front End Developer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1" name="Google Shape;341;p38"/>
          <p:cNvSpPr txBox="1"/>
          <p:nvPr>
            <p:ph type="ctrTitle"/>
          </p:nvPr>
        </p:nvSpPr>
        <p:spPr>
          <a:xfrm>
            <a:off x="3491650" y="1427150"/>
            <a:ext cx="1059900" cy="6447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  <a:t>IVO</a:t>
            </a:r>
            <a:br>
              <a:rPr lang="es" sz="1800"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</a:br>
            <a:r>
              <a:rPr lang="es" sz="1800"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  <a:t>KOSTOVSKI</a:t>
            </a:r>
            <a:endParaRPr sz="1800">
              <a:solidFill>
                <a:srgbClr val="FFFFFF"/>
              </a:solidFill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sp>
        <p:nvSpPr>
          <p:cNvPr id="342" name="Google Shape;342;p38"/>
          <p:cNvSpPr txBox="1"/>
          <p:nvPr>
            <p:ph idx="4294967295" type="ctrTitle"/>
          </p:nvPr>
        </p:nvSpPr>
        <p:spPr>
          <a:xfrm>
            <a:off x="7115450" y="1417525"/>
            <a:ext cx="1059900" cy="6447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  <a:t>GjORGE</a:t>
            </a:r>
            <a:br>
              <a:rPr lang="es"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</a:br>
            <a:r>
              <a:rPr lang="es" sz="1800">
                <a:solidFill>
                  <a:srgbClr val="FFFFFF"/>
                </a:solidFill>
                <a:latin typeface="Saira ExtraCondensed Medium"/>
                <a:ea typeface="Saira ExtraCondensed Medium"/>
                <a:cs typeface="Saira ExtraCondensed Medium"/>
                <a:sym typeface="Saira ExtraCondensed Medium"/>
              </a:rPr>
              <a:t>DIMITROV</a:t>
            </a:r>
            <a:endParaRPr sz="1800">
              <a:solidFill>
                <a:srgbClr val="FFFFFF"/>
              </a:solidFill>
              <a:latin typeface="Saira ExtraCondensed Medium"/>
              <a:ea typeface="Saira ExtraCondensed Medium"/>
              <a:cs typeface="Saira ExtraCondensed Medium"/>
              <a:sym typeface="Saira ExtraCondensed Medium"/>
            </a:endParaRPr>
          </a:p>
        </p:txBody>
      </p:sp>
      <p:cxnSp>
        <p:nvCxnSpPr>
          <p:cNvPr id="343" name="Google Shape;343;p38"/>
          <p:cNvCxnSpPr/>
          <p:nvPr/>
        </p:nvCxnSpPr>
        <p:spPr>
          <a:xfrm>
            <a:off x="1961050" y="3491725"/>
            <a:ext cx="0" cy="5973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5564225" y="3491725"/>
            <a:ext cx="0" cy="5973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5" name="Google Shape;3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650" y="1339550"/>
            <a:ext cx="2464401" cy="246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675" y="1427150"/>
            <a:ext cx="2464401" cy="246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ctrTitle"/>
          </p:nvPr>
        </p:nvSpPr>
        <p:spPr>
          <a:xfrm>
            <a:off x="477026" y="18626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</a:t>
            </a:r>
            <a:endParaRPr/>
          </a:p>
        </p:txBody>
      </p:sp>
      <p:sp>
        <p:nvSpPr>
          <p:cNvPr id="352" name="Google Shape;352;p39"/>
          <p:cNvSpPr txBox="1"/>
          <p:nvPr>
            <p:ph idx="1" type="subTitle"/>
          </p:nvPr>
        </p:nvSpPr>
        <p:spPr>
          <a:xfrm flipH="1">
            <a:off x="1740578" y="2806650"/>
            <a:ext cx="29334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Does anyone have any questions?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ivo.kostovski@gmail.com </a:t>
            </a:r>
            <a:endParaRPr/>
          </a:p>
        </p:txBody>
      </p:sp>
      <p:pic>
        <p:nvPicPr>
          <p:cNvPr id="353" name="Google Shape;3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850" y="1610101"/>
            <a:ext cx="2880101" cy="253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Gradient Social Media Strateg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