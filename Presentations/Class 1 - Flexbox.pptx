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Fira Sans Extra Condensed Medium"/>
      <p:regular r:id="rId28"/>
      <p:bold r:id="rId29"/>
      <p:italic r:id="rId30"/>
      <p:boldItalic r:id="rId31"/>
    </p:embeddedFont>
    <p:embeddedFont>
      <p:font typeface="Squada One"/>
      <p:regular r:id="rId32"/>
    </p:embeddedFont>
    <p:embeddedFont>
      <p:font typeface="Barlow Semi Condensed"/>
      <p:regular r:id="rId33"/>
      <p:bold r:id="rId34"/>
      <p:italic r:id="rId35"/>
      <p:boldItalic r:id="rId36"/>
    </p:embeddedFont>
    <p:embeddedFont>
      <p:font typeface="Roboto Slab Regular"/>
      <p:regular r:id="rId37"/>
      <p:bold r:id="rId38"/>
    </p:embeddedFont>
    <p:embeddedFont>
      <p:font typeface="Saira ExtraCondensed SemiBold"/>
      <p:regular r:id="rId39"/>
      <p:bold r:id="rId40"/>
    </p:embeddedFont>
    <p:embeddedFont>
      <p:font typeface="Saira ExtraCondensed Medium"/>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airaExtraCondensedSemiBold-bold.fntdata"/><Relationship Id="rId20" Type="http://schemas.openxmlformats.org/officeDocument/2006/relationships/slide" Target="slides/slide15.xml"/><Relationship Id="rId42" Type="http://schemas.openxmlformats.org/officeDocument/2006/relationships/font" Target="fonts/SairaExtraCondensedMedium-bold.fntdata"/><Relationship Id="rId41" Type="http://schemas.openxmlformats.org/officeDocument/2006/relationships/font" Target="fonts/SairaExtraCondensedMedium-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FiraSansExtraCondensedMedium-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ExtraCondensed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ExtraCondensedMedium-boldItalic.fntdata"/><Relationship Id="rId30" Type="http://schemas.openxmlformats.org/officeDocument/2006/relationships/font" Target="fonts/FiraSansExtraCondensedMedium-italic.fntdata"/><Relationship Id="rId11" Type="http://schemas.openxmlformats.org/officeDocument/2006/relationships/slide" Target="slides/slide6.xml"/><Relationship Id="rId33" Type="http://schemas.openxmlformats.org/officeDocument/2006/relationships/font" Target="fonts/BarlowSemiCondensed-regular.fntdata"/><Relationship Id="rId10" Type="http://schemas.openxmlformats.org/officeDocument/2006/relationships/slide" Target="slides/slide5.xml"/><Relationship Id="rId32" Type="http://schemas.openxmlformats.org/officeDocument/2006/relationships/font" Target="fonts/SquadaOne-regular.fntdata"/><Relationship Id="rId13" Type="http://schemas.openxmlformats.org/officeDocument/2006/relationships/slide" Target="slides/slide8.xml"/><Relationship Id="rId35" Type="http://schemas.openxmlformats.org/officeDocument/2006/relationships/font" Target="fonts/BarlowSemiCondensed-italic.fntdata"/><Relationship Id="rId12" Type="http://schemas.openxmlformats.org/officeDocument/2006/relationships/slide" Target="slides/slide7.xml"/><Relationship Id="rId34" Type="http://schemas.openxmlformats.org/officeDocument/2006/relationships/font" Target="fonts/BarlowSemiCondensed-bold.fntdata"/><Relationship Id="rId15" Type="http://schemas.openxmlformats.org/officeDocument/2006/relationships/slide" Target="slides/slide10.xml"/><Relationship Id="rId37" Type="http://schemas.openxmlformats.org/officeDocument/2006/relationships/font" Target="fonts/RobotoSlabRegular-regular.fntdata"/><Relationship Id="rId14" Type="http://schemas.openxmlformats.org/officeDocument/2006/relationships/slide" Target="slides/slide9.xml"/><Relationship Id="rId36" Type="http://schemas.openxmlformats.org/officeDocument/2006/relationships/font" Target="fonts/BarlowSemiCondensed-boldItalic.fntdata"/><Relationship Id="rId17" Type="http://schemas.openxmlformats.org/officeDocument/2006/relationships/slide" Target="slides/slide12.xml"/><Relationship Id="rId39" Type="http://schemas.openxmlformats.org/officeDocument/2006/relationships/font" Target="fonts/SairaExtraCondensedSemiBold-regular.fntdata"/><Relationship Id="rId16" Type="http://schemas.openxmlformats.org/officeDocument/2006/relationships/slide" Target="slides/slide11.xml"/><Relationship Id="rId38" Type="http://schemas.openxmlformats.org/officeDocument/2006/relationships/font" Target="fonts/RobotoSlabRegular-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a0533f27f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a0533f27f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b9941afe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b9941afe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a0533f27f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a0533f27f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a0533f27f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a0533f27f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a0533f27f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a0533f27f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a0533f27f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a0533f27f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a0533f27f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a0533f27f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a0533f27f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a0533f27f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a0533f27f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a0533f27f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a0533f27f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a0533f27f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a0533f27f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a0533f27f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a0533f27f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a0533f27f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a0533f27f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a0533f27f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a0533f27f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a0533f27f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a0533f27f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a0533f27f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a0533f27f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a0533f27f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a0533f27f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a0533f27f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a0533f27fa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a0533f27fa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a0533f27f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a0533f27f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a0533f24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a0533f24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a0533f24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a0533f24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TLE OPENING" type="title">
  <p:cSld name="TITLE">
    <p:bg>
      <p:bgPr>
        <a:gradFill>
          <a:gsLst>
            <a:gs pos="0">
              <a:srgbClr val="10D6B6">
                <a:alpha val="70588"/>
              </a:srgbClr>
            </a:gs>
            <a:gs pos="100000">
              <a:srgbClr val="7337D4"/>
            </a:gs>
          </a:gsLst>
          <a:lin ang="0" scaled="0"/>
        </a:gradFill>
      </p:bgPr>
    </p:bg>
    <p:spTree>
      <p:nvGrpSpPr>
        <p:cNvPr id="9" name="Shape 9"/>
        <p:cNvGrpSpPr/>
        <p:nvPr/>
      </p:nvGrpSpPr>
      <p:grpSpPr>
        <a:xfrm>
          <a:off x="0" y="0"/>
          <a:ext cx="0" cy="0"/>
          <a:chOff x="0" y="0"/>
          <a:chExt cx="0" cy="0"/>
        </a:xfrm>
      </p:grpSpPr>
      <p:sp>
        <p:nvSpPr>
          <p:cNvPr id="10" name="Google Shape;10;p2"/>
          <p:cNvSpPr/>
          <p:nvPr/>
        </p:nvSpPr>
        <p:spPr>
          <a:xfrm>
            <a:off x="18639" y="1507984"/>
            <a:ext cx="176" cy="172"/>
          </a:xfrm>
          <a:custGeom>
            <a:rect b="b" l="l" r="r" t="t"/>
            <a:pathLst>
              <a:path extrusionOk="0" h="1" w="1">
                <a:moveTo>
                  <a:pt x="0" y="0"/>
                </a:moveTo>
                <a:lnTo>
                  <a:pt x="0" y="0"/>
                </a:ln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8639" y="2419108"/>
            <a:ext cx="176" cy="172"/>
          </a:xfrm>
          <a:custGeom>
            <a:rect b="b" l="l" r="r" t="t"/>
            <a:pathLst>
              <a:path extrusionOk="0" h="1" w="1">
                <a:moveTo>
                  <a:pt x="0" y="0"/>
                </a:move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txBox="1"/>
          <p:nvPr>
            <p:ph type="ctrTitle"/>
          </p:nvPr>
        </p:nvSpPr>
        <p:spPr>
          <a:xfrm flipH="1">
            <a:off x="1144850" y="2646075"/>
            <a:ext cx="3394200" cy="6705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6000"/>
              <a:buNone/>
              <a:defRPr sz="6000">
                <a:solidFill>
                  <a:srgbClr val="FFFFFF"/>
                </a:solidFill>
              </a:defRPr>
            </a:lvl1pPr>
            <a:lvl2pPr lvl="1" rtl="0">
              <a:spcBef>
                <a:spcPts val="0"/>
              </a:spcBef>
              <a:spcAft>
                <a:spcPts val="0"/>
              </a:spcAft>
              <a:buClr>
                <a:srgbClr val="FFFFFF"/>
              </a:buClr>
              <a:buSzPts val="5200"/>
              <a:buNone/>
              <a:defRPr sz="5200">
                <a:solidFill>
                  <a:srgbClr val="FFFFFF"/>
                </a:solidFill>
              </a:defRPr>
            </a:lvl2pPr>
            <a:lvl3pPr lvl="2" rtl="0">
              <a:spcBef>
                <a:spcPts val="0"/>
              </a:spcBef>
              <a:spcAft>
                <a:spcPts val="0"/>
              </a:spcAft>
              <a:buClr>
                <a:srgbClr val="FFFFFF"/>
              </a:buClr>
              <a:buSzPts val="5200"/>
              <a:buNone/>
              <a:defRPr sz="5200">
                <a:solidFill>
                  <a:srgbClr val="FFFFFF"/>
                </a:solidFill>
              </a:defRPr>
            </a:lvl3pPr>
            <a:lvl4pPr lvl="3" rtl="0">
              <a:spcBef>
                <a:spcPts val="0"/>
              </a:spcBef>
              <a:spcAft>
                <a:spcPts val="0"/>
              </a:spcAft>
              <a:buClr>
                <a:srgbClr val="FFFFFF"/>
              </a:buClr>
              <a:buSzPts val="5200"/>
              <a:buNone/>
              <a:defRPr sz="5200">
                <a:solidFill>
                  <a:srgbClr val="FFFFFF"/>
                </a:solidFill>
              </a:defRPr>
            </a:lvl4pPr>
            <a:lvl5pPr lvl="4" rtl="0">
              <a:spcBef>
                <a:spcPts val="0"/>
              </a:spcBef>
              <a:spcAft>
                <a:spcPts val="0"/>
              </a:spcAft>
              <a:buClr>
                <a:srgbClr val="FFFFFF"/>
              </a:buClr>
              <a:buSzPts val="5200"/>
              <a:buNone/>
              <a:defRPr sz="5200">
                <a:solidFill>
                  <a:srgbClr val="FFFFFF"/>
                </a:solidFill>
              </a:defRPr>
            </a:lvl5pPr>
            <a:lvl6pPr lvl="5" rtl="0">
              <a:spcBef>
                <a:spcPts val="0"/>
              </a:spcBef>
              <a:spcAft>
                <a:spcPts val="0"/>
              </a:spcAft>
              <a:buClr>
                <a:srgbClr val="FFFFFF"/>
              </a:buClr>
              <a:buSzPts val="5200"/>
              <a:buNone/>
              <a:defRPr sz="5200">
                <a:solidFill>
                  <a:srgbClr val="FFFFFF"/>
                </a:solidFill>
              </a:defRPr>
            </a:lvl6pPr>
            <a:lvl7pPr lvl="6" rtl="0">
              <a:spcBef>
                <a:spcPts val="0"/>
              </a:spcBef>
              <a:spcAft>
                <a:spcPts val="0"/>
              </a:spcAft>
              <a:buClr>
                <a:srgbClr val="FFFFFF"/>
              </a:buClr>
              <a:buSzPts val="5200"/>
              <a:buNone/>
              <a:defRPr sz="5200">
                <a:solidFill>
                  <a:srgbClr val="FFFFFF"/>
                </a:solidFill>
              </a:defRPr>
            </a:lvl7pPr>
            <a:lvl8pPr lvl="7" rtl="0">
              <a:spcBef>
                <a:spcPts val="0"/>
              </a:spcBef>
              <a:spcAft>
                <a:spcPts val="0"/>
              </a:spcAft>
              <a:buClr>
                <a:srgbClr val="FFFFFF"/>
              </a:buClr>
              <a:buSzPts val="5200"/>
              <a:buNone/>
              <a:defRPr sz="5200">
                <a:solidFill>
                  <a:srgbClr val="FFFFFF"/>
                </a:solidFill>
              </a:defRPr>
            </a:lvl8pPr>
            <a:lvl9pPr lvl="8" rtl="0">
              <a:spcBef>
                <a:spcPts val="0"/>
              </a:spcBef>
              <a:spcAft>
                <a:spcPts val="0"/>
              </a:spcAft>
              <a:buClr>
                <a:srgbClr val="FFFFFF"/>
              </a:buClr>
              <a:buSzPts val="5200"/>
              <a:buNone/>
              <a:defRPr sz="5200">
                <a:solidFill>
                  <a:srgbClr val="FFFFFF"/>
                </a:solidFill>
              </a:defRPr>
            </a:lvl9pPr>
          </a:lstStyle>
          <a:p/>
        </p:txBody>
      </p:sp>
      <p:sp>
        <p:nvSpPr>
          <p:cNvPr id="15" name="Google Shape;15;p2"/>
          <p:cNvSpPr txBox="1"/>
          <p:nvPr>
            <p:ph idx="1" type="subTitle"/>
          </p:nvPr>
        </p:nvSpPr>
        <p:spPr>
          <a:xfrm flipH="1">
            <a:off x="1144700" y="3316575"/>
            <a:ext cx="1934400" cy="67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None/>
              <a:defRPr sz="1400">
                <a:solidFill>
                  <a:srgbClr val="FFFFFF"/>
                </a:solidFill>
              </a:defRPr>
            </a:lvl1pPr>
            <a:lvl2pPr lvl="1" rtl="0">
              <a:lnSpc>
                <a:spcPct val="100000"/>
              </a:lnSpc>
              <a:spcBef>
                <a:spcPts val="0"/>
              </a:spcBef>
              <a:spcAft>
                <a:spcPts val="0"/>
              </a:spcAft>
              <a:buClr>
                <a:srgbClr val="FFFFFF"/>
              </a:buClr>
              <a:buSzPts val="1400"/>
              <a:buNone/>
              <a:defRPr sz="1400">
                <a:solidFill>
                  <a:srgbClr val="FFFFFF"/>
                </a:solidFill>
              </a:defRPr>
            </a:lvl2pPr>
            <a:lvl3pPr lvl="2" rtl="0">
              <a:lnSpc>
                <a:spcPct val="100000"/>
              </a:lnSpc>
              <a:spcBef>
                <a:spcPts val="0"/>
              </a:spcBef>
              <a:spcAft>
                <a:spcPts val="0"/>
              </a:spcAft>
              <a:buClr>
                <a:srgbClr val="FFFFFF"/>
              </a:buClr>
              <a:buSzPts val="1400"/>
              <a:buNone/>
              <a:defRPr sz="1400">
                <a:solidFill>
                  <a:srgbClr val="FFFFFF"/>
                </a:solidFill>
              </a:defRPr>
            </a:lvl3pPr>
            <a:lvl4pPr lvl="3" rtl="0">
              <a:lnSpc>
                <a:spcPct val="100000"/>
              </a:lnSpc>
              <a:spcBef>
                <a:spcPts val="0"/>
              </a:spcBef>
              <a:spcAft>
                <a:spcPts val="0"/>
              </a:spcAft>
              <a:buClr>
                <a:srgbClr val="FFFFFF"/>
              </a:buClr>
              <a:buSzPts val="1400"/>
              <a:buNone/>
              <a:defRPr sz="1400">
                <a:solidFill>
                  <a:srgbClr val="FFFFFF"/>
                </a:solidFill>
              </a:defRPr>
            </a:lvl4pPr>
            <a:lvl5pPr lvl="4" rtl="0">
              <a:lnSpc>
                <a:spcPct val="100000"/>
              </a:lnSpc>
              <a:spcBef>
                <a:spcPts val="0"/>
              </a:spcBef>
              <a:spcAft>
                <a:spcPts val="0"/>
              </a:spcAft>
              <a:buClr>
                <a:srgbClr val="FFFFFF"/>
              </a:buClr>
              <a:buSzPts val="1400"/>
              <a:buNone/>
              <a:defRPr sz="1400">
                <a:solidFill>
                  <a:srgbClr val="FFFFFF"/>
                </a:solidFill>
              </a:defRPr>
            </a:lvl5pPr>
            <a:lvl6pPr lvl="5" rtl="0">
              <a:lnSpc>
                <a:spcPct val="100000"/>
              </a:lnSpc>
              <a:spcBef>
                <a:spcPts val="0"/>
              </a:spcBef>
              <a:spcAft>
                <a:spcPts val="0"/>
              </a:spcAft>
              <a:buClr>
                <a:srgbClr val="FFFFFF"/>
              </a:buClr>
              <a:buSzPts val="1400"/>
              <a:buNone/>
              <a:defRPr sz="1400">
                <a:solidFill>
                  <a:srgbClr val="FFFFFF"/>
                </a:solidFill>
              </a:defRPr>
            </a:lvl6pPr>
            <a:lvl7pPr lvl="6" rtl="0">
              <a:lnSpc>
                <a:spcPct val="100000"/>
              </a:lnSpc>
              <a:spcBef>
                <a:spcPts val="0"/>
              </a:spcBef>
              <a:spcAft>
                <a:spcPts val="0"/>
              </a:spcAft>
              <a:buClr>
                <a:srgbClr val="FFFFFF"/>
              </a:buClr>
              <a:buSzPts val="1400"/>
              <a:buNone/>
              <a:defRPr sz="1400">
                <a:solidFill>
                  <a:srgbClr val="FFFFFF"/>
                </a:solidFill>
              </a:defRPr>
            </a:lvl7pPr>
            <a:lvl8pPr lvl="7" rtl="0">
              <a:lnSpc>
                <a:spcPct val="100000"/>
              </a:lnSpc>
              <a:spcBef>
                <a:spcPts val="0"/>
              </a:spcBef>
              <a:spcAft>
                <a:spcPts val="0"/>
              </a:spcAft>
              <a:buClr>
                <a:srgbClr val="FFFFFF"/>
              </a:buClr>
              <a:buSzPts val="1400"/>
              <a:buNone/>
              <a:defRPr sz="1400">
                <a:solidFill>
                  <a:srgbClr val="FFFFFF"/>
                </a:solidFill>
              </a:defRPr>
            </a:lvl8pPr>
            <a:lvl9pPr lvl="8" rtl="0">
              <a:lnSpc>
                <a:spcPct val="100000"/>
              </a:lnSpc>
              <a:spcBef>
                <a:spcPts val="0"/>
              </a:spcBef>
              <a:spcAft>
                <a:spcPts val="0"/>
              </a:spcAft>
              <a:buClr>
                <a:srgbClr val="FFFFFF"/>
              </a:buClr>
              <a:buSzPts val="1400"/>
              <a:buNone/>
              <a:defRPr sz="1400">
                <a:solidFill>
                  <a:srgbClr val="FFFFFF"/>
                </a:solidFill>
              </a:defRPr>
            </a:lvl9pPr>
          </a:lstStyle>
          <a:p/>
        </p:txBody>
      </p:sp>
      <p:cxnSp>
        <p:nvCxnSpPr>
          <p:cNvPr id="16" name="Google Shape;16;p2"/>
          <p:cNvCxnSpPr/>
          <p:nvPr/>
        </p:nvCxnSpPr>
        <p:spPr>
          <a:xfrm>
            <a:off x="1257850" y="3246250"/>
            <a:ext cx="4641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ype="titleOnly">
  <p:cSld name="TITLE_ONLY">
    <p:bg>
      <p:bgPr>
        <a:gradFill>
          <a:gsLst>
            <a:gs pos="0">
              <a:srgbClr val="10D6B6">
                <a:alpha val="70588"/>
              </a:srgbClr>
            </a:gs>
            <a:gs pos="100000">
              <a:srgbClr val="7337D4"/>
            </a:gs>
          </a:gsLst>
          <a:lin ang="0" scaled="0"/>
        </a:gradFill>
      </p:bgPr>
    </p:bg>
    <p:spTree>
      <p:nvGrpSpPr>
        <p:cNvPr id="17" name="Shape 17"/>
        <p:cNvGrpSpPr/>
        <p:nvPr/>
      </p:nvGrpSpPr>
      <p:grpSpPr>
        <a:xfrm>
          <a:off x="0" y="0"/>
          <a:ext cx="0" cy="0"/>
          <a:chOff x="0" y="0"/>
          <a:chExt cx="0" cy="0"/>
        </a:xfrm>
      </p:grpSpPr>
      <p:sp>
        <p:nvSpPr>
          <p:cNvPr id="18" name="Google Shape;18;p3"/>
          <p:cNvSpPr/>
          <p:nvPr/>
        </p:nvSpPr>
        <p:spPr>
          <a:xfrm>
            <a:off x="116550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64165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 type="subTitle"/>
          </p:nvPr>
        </p:nvSpPr>
        <p:spPr>
          <a:xfrm>
            <a:off x="1552731" y="3050500"/>
            <a:ext cx="2797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sp>
        <p:nvSpPr>
          <p:cNvPr id="21" name="Google Shape;21;p3"/>
          <p:cNvSpPr txBox="1"/>
          <p:nvPr>
            <p:ph idx="2" type="subTitle"/>
          </p:nvPr>
        </p:nvSpPr>
        <p:spPr>
          <a:xfrm>
            <a:off x="4794050" y="3050500"/>
            <a:ext cx="27972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2" name="Google Shape;22;p3"/>
          <p:cNvSpPr txBox="1"/>
          <p:nvPr>
            <p:ph type="ctrTitle"/>
          </p:nvPr>
        </p:nvSpPr>
        <p:spPr>
          <a:xfrm>
            <a:off x="1552731" y="2457900"/>
            <a:ext cx="27972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3" name="Google Shape;23;p3"/>
          <p:cNvSpPr txBox="1"/>
          <p:nvPr>
            <p:ph idx="3" type="ctrTitle"/>
          </p:nvPr>
        </p:nvSpPr>
        <p:spPr>
          <a:xfrm>
            <a:off x="4794050" y="2457900"/>
            <a:ext cx="27972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4" name="Google Shape;24;p3"/>
          <p:cNvSpPr txBox="1"/>
          <p:nvPr>
            <p:ph idx="4" type="ctrTitle"/>
          </p:nvPr>
        </p:nvSpPr>
        <p:spPr>
          <a:xfrm>
            <a:off x="1000125" y="134800"/>
            <a:ext cx="71439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25" name="Google Shape;25;p3"/>
          <p:cNvCxnSpPr>
            <a:stCxn id="24" idx="2"/>
          </p:cNvCxnSpPr>
          <p:nvPr/>
        </p:nvCxnSpPr>
        <p:spPr>
          <a:xfrm>
            <a:off x="457207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_1">
    <p:bg>
      <p:bgPr>
        <a:gradFill>
          <a:gsLst>
            <a:gs pos="0">
              <a:srgbClr val="10D6B6">
                <a:alpha val="70588"/>
              </a:srgbClr>
            </a:gs>
            <a:gs pos="100000">
              <a:srgbClr val="7337D4"/>
            </a:gs>
          </a:gsLst>
          <a:lin ang="0" scaled="0"/>
        </a:gradFill>
      </p:bgPr>
    </p:bg>
    <p:spTree>
      <p:nvGrpSpPr>
        <p:cNvPr id="26" name="Shape 26"/>
        <p:cNvGrpSpPr/>
        <p:nvPr/>
      </p:nvGrpSpPr>
      <p:grpSpPr>
        <a:xfrm>
          <a:off x="0" y="0"/>
          <a:ext cx="0" cy="0"/>
          <a:chOff x="0" y="0"/>
          <a:chExt cx="0" cy="0"/>
        </a:xfrm>
      </p:grpSpPr>
      <p:sp>
        <p:nvSpPr>
          <p:cNvPr id="27" name="Google Shape;27;p4"/>
          <p:cNvSpPr txBox="1"/>
          <p:nvPr>
            <p:ph type="ctrTitle"/>
          </p:nvPr>
        </p:nvSpPr>
        <p:spPr>
          <a:xfrm>
            <a:off x="2825950"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28" name="Google Shape;28;p4"/>
          <p:cNvSpPr txBox="1"/>
          <p:nvPr>
            <p:ph idx="1" type="subTitle"/>
          </p:nvPr>
        </p:nvSpPr>
        <p:spPr>
          <a:xfrm>
            <a:off x="303405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9" name="Google Shape;29;p4"/>
          <p:cNvSpPr txBox="1"/>
          <p:nvPr>
            <p:ph hasCustomPrompt="1" idx="2" type="title"/>
          </p:nvPr>
        </p:nvSpPr>
        <p:spPr>
          <a:xfrm>
            <a:off x="311041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0" name="Google Shape;30;p4"/>
          <p:cNvSpPr txBox="1"/>
          <p:nvPr>
            <p:ph idx="3" type="ctrTitle"/>
          </p:nvPr>
        </p:nvSpPr>
        <p:spPr>
          <a:xfrm>
            <a:off x="2826162"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1" name="Google Shape;31;p4"/>
          <p:cNvSpPr txBox="1"/>
          <p:nvPr>
            <p:ph idx="4" type="subTitle"/>
          </p:nvPr>
        </p:nvSpPr>
        <p:spPr>
          <a:xfrm>
            <a:off x="299895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2" name="Google Shape;32;p4"/>
          <p:cNvSpPr txBox="1"/>
          <p:nvPr>
            <p:ph hasCustomPrompt="1" idx="5" type="title"/>
          </p:nvPr>
        </p:nvSpPr>
        <p:spPr>
          <a:xfrm>
            <a:off x="311041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3" name="Google Shape;33;p4"/>
          <p:cNvSpPr txBox="1"/>
          <p:nvPr>
            <p:ph idx="6" type="ctrTitle"/>
          </p:nvPr>
        </p:nvSpPr>
        <p:spPr>
          <a:xfrm>
            <a:off x="4975625"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4" name="Google Shape;34;p4"/>
          <p:cNvSpPr txBox="1"/>
          <p:nvPr>
            <p:ph idx="7" type="subTitle"/>
          </p:nvPr>
        </p:nvSpPr>
        <p:spPr>
          <a:xfrm>
            <a:off x="518350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5" name="Google Shape;35;p4"/>
          <p:cNvSpPr txBox="1"/>
          <p:nvPr>
            <p:ph hasCustomPrompt="1" idx="8" type="title"/>
          </p:nvPr>
        </p:nvSpPr>
        <p:spPr>
          <a:xfrm>
            <a:off x="525986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4"/>
          <p:cNvSpPr txBox="1"/>
          <p:nvPr>
            <p:ph idx="9" type="ctrTitle"/>
          </p:nvPr>
        </p:nvSpPr>
        <p:spPr>
          <a:xfrm>
            <a:off x="49755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7" name="Google Shape;37;p4"/>
          <p:cNvSpPr txBox="1"/>
          <p:nvPr>
            <p:ph idx="13" type="subTitle"/>
          </p:nvPr>
        </p:nvSpPr>
        <p:spPr>
          <a:xfrm>
            <a:off x="514840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8" name="Google Shape;38;p4"/>
          <p:cNvSpPr txBox="1"/>
          <p:nvPr>
            <p:ph hasCustomPrompt="1" idx="14" type="title"/>
          </p:nvPr>
        </p:nvSpPr>
        <p:spPr>
          <a:xfrm>
            <a:off x="525986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4"/>
          <p:cNvSpPr txBox="1"/>
          <p:nvPr>
            <p:ph idx="15" type="ctrTitle"/>
          </p:nvPr>
        </p:nvSpPr>
        <p:spPr>
          <a:xfrm rot="-5400000">
            <a:off x="6378350" y="1583700"/>
            <a:ext cx="34875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40" name="Google Shape;40;p4"/>
          <p:cNvCxnSpPr/>
          <p:nvPr/>
        </p:nvCxnSpPr>
        <p:spPr>
          <a:xfrm>
            <a:off x="8541292" y="-14700"/>
            <a:ext cx="0" cy="3669000"/>
          </a:xfrm>
          <a:prstGeom prst="straightConnector1">
            <a:avLst/>
          </a:prstGeom>
          <a:noFill/>
          <a:ln cap="flat" cmpd="sng" w="28575">
            <a:solidFill>
              <a:srgbClr val="FFFFFF"/>
            </a:solidFill>
            <a:prstDash val="solid"/>
            <a:round/>
            <a:headEnd len="med" w="med" type="none"/>
            <a:tailEnd len="med" w="med" type="none"/>
          </a:ln>
        </p:spPr>
      </p:cxnSp>
      <p:sp>
        <p:nvSpPr>
          <p:cNvPr id="41" name="Google Shape;41;p4"/>
          <p:cNvSpPr txBox="1"/>
          <p:nvPr>
            <p:ph idx="16" type="ctrTitle"/>
          </p:nvPr>
        </p:nvSpPr>
        <p:spPr>
          <a:xfrm>
            <a:off x="606175" y="1575950"/>
            <a:ext cx="23928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2" name="Google Shape;42;p4"/>
          <p:cNvSpPr txBox="1"/>
          <p:nvPr>
            <p:ph idx="17" type="subTitle"/>
          </p:nvPr>
        </p:nvSpPr>
        <p:spPr>
          <a:xfrm>
            <a:off x="849375"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3" name="Google Shape;43;p4"/>
          <p:cNvSpPr txBox="1"/>
          <p:nvPr>
            <p:ph hasCustomPrompt="1" idx="18" type="title"/>
          </p:nvPr>
        </p:nvSpPr>
        <p:spPr>
          <a:xfrm>
            <a:off x="925737"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4" name="Google Shape;44;p4"/>
          <p:cNvSpPr txBox="1"/>
          <p:nvPr>
            <p:ph idx="19" type="ctrTitle"/>
          </p:nvPr>
        </p:nvSpPr>
        <p:spPr>
          <a:xfrm>
            <a:off x="6414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5" name="Google Shape;45;p4"/>
          <p:cNvSpPr txBox="1"/>
          <p:nvPr>
            <p:ph idx="20" type="subTitle"/>
          </p:nvPr>
        </p:nvSpPr>
        <p:spPr>
          <a:xfrm>
            <a:off x="814275"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6" name="Google Shape;46;p4"/>
          <p:cNvSpPr txBox="1"/>
          <p:nvPr>
            <p:ph hasCustomPrompt="1" idx="21" type="title"/>
          </p:nvPr>
        </p:nvSpPr>
        <p:spPr>
          <a:xfrm>
            <a:off x="925737"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47" name="Google Shape;47;p4"/>
          <p:cNvCxnSpPr/>
          <p:nvPr/>
        </p:nvCxnSpPr>
        <p:spPr>
          <a:xfrm>
            <a:off x="1089475" y="1712986"/>
            <a:ext cx="5795400" cy="0"/>
          </a:xfrm>
          <a:prstGeom prst="straightConnector1">
            <a:avLst/>
          </a:prstGeom>
          <a:noFill/>
          <a:ln cap="flat" cmpd="sng" w="28575">
            <a:solidFill>
              <a:srgbClr val="FFFFFF"/>
            </a:solidFill>
            <a:prstDash val="solid"/>
            <a:round/>
            <a:headEnd len="med" w="med" type="none"/>
            <a:tailEnd len="med" w="med" type="none"/>
          </a:ln>
        </p:spPr>
      </p:cxnSp>
      <p:cxnSp>
        <p:nvCxnSpPr>
          <p:cNvPr id="48" name="Google Shape;48;p4"/>
          <p:cNvCxnSpPr/>
          <p:nvPr/>
        </p:nvCxnSpPr>
        <p:spPr>
          <a:xfrm>
            <a:off x="1089475" y="3390061"/>
            <a:ext cx="57954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1">
  <p:cSld name="CUSTOM_1_1_1">
    <p:bg>
      <p:bgPr>
        <a:gradFill>
          <a:gsLst>
            <a:gs pos="0">
              <a:srgbClr val="10D6B6">
                <a:alpha val="70588"/>
              </a:srgbClr>
            </a:gs>
            <a:gs pos="100000">
              <a:srgbClr val="7337D4"/>
            </a:gs>
          </a:gsLst>
          <a:lin ang="0" scaled="0"/>
        </a:gradFill>
      </p:bgPr>
    </p:bg>
    <p:spTree>
      <p:nvGrpSpPr>
        <p:cNvPr id="49" name="Shape 49"/>
        <p:cNvGrpSpPr/>
        <p:nvPr/>
      </p:nvGrpSpPr>
      <p:grpSpPr>
        <a:xfrm>
          <a:off x="0" y="0"/>
          <a:ext cx="0" cy="0"/>
          <a:chOff x="0" y="0"/>
          <a:chExt cx="0" cy="0"/>
        </a:xfrm>
      </p:grpSpPr>
      <p:sp>
        <p:nvSpPr>
          <p:cNvPr id="50" name="Google Shape;50;p5"/>
          <p:cNvSpPr txBox="1"/>
          <p:nvPr>
            <p:ph hasCustomPrompt="1" type="title"/>
          </p:nvPr>
        </p:nvSpPr>
        <p:spPr>
          <a:xfrm>
            <a:off x="374450"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5"/>
          <p:cNvSpPr txBox="1"/>
          <p:nvPr>
            <p:ph idx="2" type="ctrTitle"/>
          </p:nvPr>
        </p:nvSpPr>
        <p:spPr>
          <a:xfrm>
            <a:off x="1868249"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52" name="Google Shape;52;p5"/>
          <p:cNvSpPr txBox="1"/>
          <p:nvPr>
            <p:ph idx="1" type="subTitle"/>
          </p:nvPr>
        </p:nvSpPr>
        <p:spPr>
          <a:xfrm>
            <a:off x="1868250" y="3180766"/>
            <a:ext cx="19065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53" name="Google Shape;53;p5"/>
          <p:cNvCxnSpPr/>
          <p:nvPr/>
        </p:nvCxnSpPr>
        <p:spPr>
          <a:xfrm>
            <a:off x="0"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3">
  <p:cSld name="CUSTOM_1_1_1_1">
    <p:bg>
      <p:bgPr>
        <a:gradFill>
          <a:gsLst>
            <a:gs pos="0">
              <a:srgbClr val="10D6B6">
                <a:alpha val="70588"/>
              </a:srgbClr>
            </a:gs>
            <a:gs pos="100000">
              <a:srgbClr val="7337D4"/>
            </a:gs>
          </a:gsLst>
          <a:lin ang="0" scaled="0"/>
        </a:gradFill>
      </p:bgPr>
    </p:bg>
    <p:spTree>
      <p:nvGrpSpPr>
        <p:cNvPr id="54" name="Shape 54"/>
        <p:cNvGrpSpPr/>
        <p:nvPr/>
      </p:nvGrpSpPr>
      <p:grpSpPr>
        <a:xfrm>
          <a:off x="0" y="0"/>
          <a:ext cx="0" cy="0"/>
          <a:chOff x="0" y="0"/>
          <a:chExt cx="0" cy="0"/>
        </a:xfrm>
      </p:grpSpPr>
      <p:sp>
        <p:nvSpPr>
          <p:cNvPr id="55" name="Google Shape;55;p6"/>
          <p:cNvSpPr txBox="1"/>
          <p:nvPr>
            <p:ph hasCustomPrompt="1" type="title"/>
          </p:nvPr>
        </p:nvSpPr>
        <p:spPr>
          <a:xfrm flipH="1">
            <a:off x="73248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6" name="Google Shape;56;p6"/>
          <p:cNvSpPr txBox="1"/>
          <p:nvPr>
            <p:ph idx="2" type="ctrTitle"/>
          </p:nvPr>
        </p:nvSpPr>
        <p:spPr>
          <a:xfrm flipH="1">
            <a:off x="39815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57" name="Google Shape;57;p6"/>
          <p:cNvSpPr txBox="1"/>
          <p:nvPr>
            <p:ph idx="1" type="subTitle"/>
          </p:nvPr>
        </p:nvSpPr>
        <p:spPr>
          <a:xfrm flipH="1">
            <a:off x="5369350" y="31807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58" name="Google Shape;58;p6"/>
          <p:cNvCxnSpPr/>
          <p:nvPr/>
        </p:nvCxnSpPr>
        <p:spPr>
          <a:xfrm rot="10800000">
            <a:off x="5123712"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4">
  <p:cSld name="CUSTOM_1_1_1_1_1">
    <p:bg>
      <p:bgPr>
        <a:gradFill>
          <a:gsLst>
            <a:gs pos="0">
              <a:srgbClr val="10D6B6">
                <a:alpha val="70588"/>
              </a:srgbClr>
            </a:gs>
            <a:gs pos="100000">
              <a:srgbClr val="7337D4"/>
            </a:gs>
          </a:gsLst>
          <a:lin ang="0" scaled="0"/>
        </a:gradFill>
      </p:bgPr>
    </p:bg>
    <p:spTree>
      <p:nvGrpSpPr>
        <p:cNvPr id="59" name="Shape 59"/>
        <p:cNvGrpSpPr/>
        <p:nvPr/>
      </p:nvGrpSpPr>
      <p:grpSpPr>
        <a:xfrm>
          <a:off x="0" y="0"/>
          <a:ext cx="0" cy="0"/>
          <a:chOff x="0" y="0"/>
          <a:chExt cx="0" cy="0"/>
        </a:xfrm>
      </p:grpSpPr>
      <p:sp>
        <p:nvSpPr>
          <p:cNvPr id="60" name="Google Shape;60;p7"/>
          <p:cNvSpPr txBox="1"/>
          <p:nvPr>
            <p:ph hasCustomPrompt="1" type="title"/>
          </p:nvPr>
        </p:nvSpPr>
        <p:spPr>
          <a:xfrm flipH="1">
            <a:off x="74772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1" name="Google Shape;61;p7"/>
          <p:cNvSpPr txBox="1"/>
          <p:nvPr>
            <p:ph idx="2" type="ctrTitle"/>
          </p:nvPr>
        </p:nvSpPr>
        <p:spPr>
          <a:xfrm flipH="1">
            <a:off x="38291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62" name="Google Shape;62;p7"/>
          <p:cNvSpPr txBox="1"/>
          <p:nvPr>
            <p:ph idx="1" type="subTitle"/>
          </p:nvPr>
        </p:nvSpPr>
        <p:spPr>
          <a:xfrm flipH="1">
            <a:off x="5216975" y="29521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63" name="Google Shape;63;p7"/>
          <p:cNvCxnSpPr/>
          <p:nvPr/>
        </p:nvCxnSpPr>
        <p:spPr>
          <a:xfrm>
            <a:off x="73248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6">
  <p:cSld name="CUSTOM_1_1_1_1_1_1">
    <p:bg>
      <p:bgPr>
        <a:gradFill>
          <a:gsLst>
            <a:gs pos="0">
              <a:srgbClr val="10D6B6">
                <a:alpha val="70588"/>
              </a:srgbClr>
            </a:gs>
            <a:gs pos="100000">
              <a:srgbClr val="7337D4"/>
            </a:gs>
          </a:gsLst>
          <a:lin ang="0" scaled="0"/>
        </a:gradFill>
      </p:bgPr>
    </p:bg>
    <p:spTree>
      <p:nvGrpSpPr>
        <p:cNvPr id="64" name="Shape 64"/>
        <p:cNvGrpSpPr/>
        <p:nvPr/>
      </p:nvGrpSpPr>
      <p:grpSpPr>
        <a:xfrm>
          <a:off x="0" y="0"/>
          <a:ext cx="0" cy="0"/>
          <a:chOff x="0" y="0"/>
          <a:chExt cx="0" cy="0"/>
        </a:xfrm>
      </p:grpSpPr>
      <p:sp>
        <p:nvSpPr>
          <p:cNvPr id="65" name="Google Shape;65;p8"/>
          <p:cNvSpPr txBox="1"/>
          <p:nvPr>
            <p:ph hasCustomPrompt="1" type="title"/>
          </p:nvPr>
        </p:nvSpPr>
        <p:spPr>
          <a:xfrm>
            <a:off x="303938"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6" name="Google Shape;66;p8"/>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67" name="Google Shape;67;p8"/>
          <p:cNvSpPr txBox="1"/>
          <p:nvPr>
            <p:ph idx="1" type="subTitle"/>
          </p:nvPr>
        </p:nvSpPr>
        <p:spPr>
          <a:xfrm>
            <a:off x="2109125" y="2952184"/>
            <a:ext cx="1906500" cy="73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68" name="Google Shape;68;p8"/>
          <p:cNvCxnSpPr/>
          <p:nvPr/>
        </p:nvCxnSpPr>
        <p:spPr>
          <a:xfrm>
            <a:off x="19011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2">
  <p:cSld name="CUSTOM_6">
    <p:bg>
      <p:bgPr>
        <a:gradFill>
          <a:gsLst>
            <a:gs pos="0">
              <a:srgbClr val="10D6B6">
                <a:alpha val="70588"/>
              </a:srgbClr>
            </a:gs>
            <a:gs pos="100000">
              <a:srgbClr val="7337D4"/>
            </a:gs>
          </a:gsLst>
          <a:lin ang="0" scaled="0"/>
        </a:gradFill>
      </p:bgPr>
    </p:bg>
    <p:spTree>
      <p:nvGrpSpPr>
        <p:cNvPr id="69" name="Shape 69"/>
        <p:cNvGrpSpPr/>
        <p:nvPr/>
      </p:nvGrpSpPr>
      <p:grpSpPr>
        <a:xfrm>
          <a:off x="0" y="0"/>
          <a:ext cx="0" cy="0"/>
          <a:chOff x="0" y="0"/>
          <a:chExt cx="0" cy="0"/>
        </a:xfrm>
      </p:grpSpPr>
      <p:sp>
        <p:nvSpPr>
          <p:cNvPr id="70" name="Google Shape;70;p9"/>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1" name="Google Shape;71;p9"/>
          <p:cNvCxnSpPr>
            <a:stCxn id="70"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3">
  <p:cSld name="CUSTOM_6_2">
    <p:bg>
      <p:bgPr>
        <a:gradFill>
          <a:gsLst>
            <a:gs pos="0">
              <a:srgbClr val="10D6B6">
                <a:alpha val="70588"/>
              </a:srgbClr>
            </a:gs>
            <a:gs pos="100000">
              <a:srgbClr val="7337D4"/>
            </a:gs>
          </a:gsLst>
          <a:lin ang="0" scaled="0"/>
        </a:gradFill>
      </p:bgPr>
    </p:bg>
    <p:spTree>
      <p:nvGrpSpPr>
        <p:cNvPr id="72" name="Shape 72"/>
        <p:cNvGrpSpPr/>
        <p:nvPr/>
      </p:nvGrpSpPr>
      <p:grpSpPr>
        <a:xfrm>
          <a:off x="0" y="0"/>
          <a:ext cx="0" cy="0"/>
          <a:chOff x="0" y="0"/>
          <a:chExt cx="0" cy="0"/>
        </a:xfrm>
      </p:grpSpPr>
      <p:sp>
        <p:nvSpPr>
          <p:cNvPr id="73" name="Google Shape;73;p10"/>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4" name="Google Shape;74;p10"/>
          <p:cNvCxnSpPr/>
          <p:nvPr/>
        </p:nvCxnSpPr>
        <p:spPr>
          <a:xfrm>
            <a:off x="-3232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6_1">
    <p:bg>
      <p:bgPr>
        <a:gradFill>
          <a:gsLst>
            <a:gs pos="0">
              <a:srgbClr val="10D6B6">
                <a:alpha val="70588"/>
              </a:srgbClr>
            </a:gs>
            <a:gs pos="100000">
              <a:srgbClr val="7337D4"/>
            </a:gs>
          </a:gsLst>
          <a:lin ang="0" scaled="0"/>
        </a:gradFill>
      </p:bgPr>
    </p:bg>
    <p:spTree>
      <p:nvGrpSpPr>
        <p:cNvPr id="75" name="Shape 75"/>
        <p:cNvGrpSpPr/>
        <p:nvPr/>
      </p:nvGrpSpPr>
      <p:grpSpPr>
        <a:xfrm>
          <a:off x="0" y="0"/>
          <a:ext cx="0" cy="0"/>
          <a:chOff x="0" y="0"/>
          <a:chExt cx="0" cy="0"/>
        </a:xfrm>
      </p:grpSpPr>
      <p:sp>
        <p:nvSpPr>
          <p:cNvPr id="76" name="Google Shape;76;p11"/>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78" name="Google Shape;78;p11"/>
          <p:cNvCxnSpPr/>
          <p:nvPr/>
        </p:nvCxnSpPr>
        <p:spPr>
          <a:xfrm>
            <a:off x="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79" name="Google Shape;79;p11"/>
          <p:cNvSpPr txBox="1"/>
          <p:nvPr>
            <p:ph idx="1" type="subTitle"/>
          </p:nvPr>
        </p:nvSpPr>
        <p:spPr>
          <a:xfrm flipH="1">
            <a:off x="4576500" y="28066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0" name="Google Shape;80;p11"/>
          <p:cNvSpPr txBox="1"/>
          <p:nvPr>
            <p:ph idx="2" type="subTitle"/>
          </p:nvPr>
        </p:nvSpPr>
        <p:spPr>
          <a:xfrm flipH="1">
            <a:off x="4576500" y="31480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1" name="Google Shape;81;p11"/>
          <p:cNvSpPr txBox="1"/>
          <p:nvPr>
            <p:ph idx="3" type="subTitle"/>
          </p:nvPr>
        </p:nvSpPr>
        <p:spPr>
          <a:xfrm flipH="1">
            <a:off x="4576500" y="34894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2" name="Google Shape;82;p11"/>
          <p:cNvSpPr txBox="1"/>
          <p:nvPr>
            <p:ph idx="4" type="subTitle"/>
          </p:nvPr>
        </p:nvSpPr>
        <p:spPr>
          <a:xfrm flipH="1">
            <a:off x="4576500" y="38308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CUSTOM_6_1_2">
    <p:bg>
      <p:bgPr>
        <a:gradFill>
          <a:gsLst>
            <a:gs pos="0">
              <a:srgbClr val="10D6B6">
                <a:alpha val="70588"/>
              </a:srgbClr>
            </a:gs>
            <a:gs pos="100000">
              <a:srgbClr val="7337D4"/>
            </a:gs>
          </a:gsLst>
          <a:lin ang="0" scaled="0"/>
        </a:gradFill>
      </p:bgPr>
    </p:bg>
    <p:spTree>
      <p:nvGrpSpPr>
        <p:cNvPr id="83" name="Shape 83"/>
        <p:cNvGrpSpPr/>
        <p:nvPr/>
      </p:nvGrpSpPr>
      <p:grpSpPr>
        <a:xfrm>
          <a:off x="0" y="0"/>
          <a:ext cx="0" cy="0"/>
          <a:chOff x="0" y="0"/>
          <a:chExt cx="0" cy="0"/>
        </a:xfrm>
      </p:grpSpPr>
      <p:sp>
        <p:nvSpPr>
          <p:cNvPr id="84" name="Google Shape;84;p12"/>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txBox="1"/>
          <p:nvPr>
            <p:ph type="ctrTitle"/>
          </p:nvPr>
        </p:nvSpPr>
        <p:spPr>
          <a:xfrm flipH="1">
            <a:off x="4457674" y="1862650"/>
            <a:ext cx="42093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86" name="Google Shape;86;p12"/>
          <p:cNvCxnSpPr/>
          <p:nvPr/>
        </p:nvCxnSpPr>
        <p:spPr>
          <a:xfrm rot="10800000">
            <a:off x="456750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87" name="Google Shape;87;p12"/>
          <p:cNvSpPr txBox="1"/>
          <p:nvPr>
            <p:ph idx="1" type="subTitle"/>
          </p:nvPr>
        </p:nvSpPr>
        <p:spPr>
          <a:xfrm>
            <a:off x="2327475" y="2806650"/>
            <a:ext cx="2892000" cy="1623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_1_1">
    <p:bg>
      <p:bgPr>
        <a:gradFill>
          <a:gsLst>
            <a:gs pos="0">
              <a:srgbClr val="10D6B6">
                <a:alpha val="70588"/>
              </a:srgbClr>
            </a:gs>
            <a:gs pos="100000">
              <a:srgbClr val="7337D4"/>
            </a:gs>
          </a:gsLst>
          <a:lin ang="0" scaled="0"/>
        </a:gradFill>
      </p:bgPr>
    </p:bg>
    <p:spTree>
      <p:nvGrpSpPr>
        <p:cNvPr id="88" name="Shape 88"/>
        <p:cNvGrpSpPr/>
        <p:nvPr/>
      </p:nvGrpSpPr>
      <p:grpSpPr>
        <a:xfrm>
          <a:off x="0" y="0"/>
          <a:ext cx="0" cy="0"/>
          <a:chOff x="0" y="0"/>
          <a:chExt cx="0" cy="0"/>
        </a:xfrm>
      </p:grpSpPr>
      <p:sp>
        <p:nvSpPr>
          <p:cNvPr id="89" name="Google Shape;89;p13"/>
          <p:cNvSpPr txBox="1"/>
          <p:nvPr>
            <p:ph type="ctrTitle"/>
          </p:nvPr>
        </p:nvSpPr>
        <p:spPr>
          <a:xfrm>
            <a:off x="2788350" y="3170250"/>
            <a:ext cx="3567300" cy="30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sp>
        <p:nvSpPr>
          <p:cNvPr id="90" name="Google Shape;90;p13"/>
          <p:cNvSpPr txBox="1"/>
          <p:nvPr>
            <p:ph idx="1" type="subTitle"/>
          </p:nvPr>
        </p:nvSpPr>
        <p:spPr>
          <a:xfrm flipH="1">
            <a:off x="2064750" y="1973250"/>
            <a:ext cx="5014500" cy="119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800"/>
              <a:buNone/>
              <a:defRPr sz="1800">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cxnSp>
        <p:nvCxnSpPr>
          <p:cNvPr id="91" name="Google Shape;91;p13"/>
          <p:cNvCxnSpPr/>
          <p:nvPr/>
        </p:nvCxnSpPr>
        <p:spPr>
          <a:xfrm>
            <a:off x="-6925" y="981700"/>
            <a:ext cx="7016700" cy="2834400"/>
          </a:xfrm>
          <a:prstGeom prst="bentConnector3">
            <a:avLst>
              <a:gd fmla="val 12316" name="adj1"/>
            </a:avLst>
          </a:prstGeom>
          <a:noFill/>
          <a:ln cap="flat" cmpd="sng" w="28575">
            <a:solidFill>
              <a:srgbClr val="FFFFFF"/>
            </a:solidFill>
            <a:prstDash val="solid"/>
            <a:round/>
            <a:headEnd len="med" w="med" type="none"/>
            <a:tailEnd len="med" w="med" type="none"/>
          </a:ln>
        </p:spPr>
      </p:cxnSp>
      <p:cxnSp>
        <p:nvCxnSpPr>
          <p:cNvPr id="92" name="Google Shape;92;p13"/>
          <p:cNvCxnSpPr/>
          <p:nvPr/>
        </p:nvCxnSpPr>
        <p:spPr>
          <a:xfrm rot="10800000">
            <a:off x="2204950" y="1597150"/>
            <a:ext cx="6962100" cy="2585400"/>
          </a:xfrm>
          <a:prstGeom prst="bentConnector3">
            <a:avLst>
              <a:gd fmla="val 11419" name="adj1"/>
            </a:avLst>
          </a:prstGeom>
          <a:noFill/>
          <a:ln cap="flat" cmpd="sng" w="28575">
            <a:solidFill>
              <a:srgbClr val="FFFFFF"/>
            </a:solidFill>
            <a:prstDash val="solid"/>
            <a:round/>
            <a:headEnd len="med" w="med" type="none"/>
            <a:tailEnd len="med" w="med" type="none"/>
          </a:ln>
        </p:spPr>
      </p:cxnSp>
      <p:cxnSp>
        <p:nvCxnSpPr>
          <p:cNvPr id="93" name="Google Shape;93;p13"/>
          <p:cNvCxnSpPr>
            <a:endCxn id="89" idx="1"/>
          </p:cNvCxnSpPr>
          <p:nvPr/>
        </p:nvCxnSpPr>
        <p:spPr>
          <a:xfrm rot="-5400000">
            <a:off x="1162200" y="3586500"/>
            <a:ext cx="1888200" cy="1364100"/>
          </a:xfrm>
          <a:prstGeom prst="bentConnector2">
            <a:avLst/>
          </a:prstGeom>
          <a:noFill/>
          <a:ln cap="flat" cmpd="sng" w="28575">
            <a:solidFill>
              <a:srgbClr val="FFFFFF"/>
            </a:solidFill>
            <a:prstDash val="solid"/>
            <a:round/>
            <a:headEnd len="med" w="med" type="none"/>
            <a:tailEnd len="med" w="med" type="none"/>
          </a:ln>
        </p:spPr>
      </p:cxnSp>
      <p:cxnSp>
        <p:nvCxnSpPr>
          <p:cNvPr id="94" name="Google Shape;94;p13"/>
          <p:cNvCxnSpPr>
            <a:endCxn id="89" idx="3"/>
          </p:cNvCxnSpPr>
          <p:nvPr/>
        </p:nvCxnSpPr>
        <p:spPr>
          <a:xfrm flipH="1" rot="5400000">
            <a:off x="6084450" y="3595650"/>
            <a:ext cx="1881300" cy="1338900"/>
          </a:xfrm>
          <a:prstGeom prst="bentConnector2">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BOXES">
  <p:cSld name="CUSTOM_6_1_1_1_1">
    <p:bg>
      <p:bgPr>
        <a:gradFill>
          <a:gsLst>
            <a:gs pos="0">
              <a:srgbClr val="10D6B6">
                <a:alpha val="70588"/>
              </a:srgbClr>
            </a:gs>
            <a:gs pos="100000">
              <a:srgbClr val="7337D4"/>
            </a:gs>
          </a:gsLst>
          <a:lin ang="0" scaled="0"/>
        </a:gradFill>
      </p:bgPr>
    </p:bg>
    <p:spTree>
      <p:nvGrpSpPr>
        <p:cNvPr id="95" name="Shape 95"/>
        <p:cNvGrpSpPr/>
        <p:nvPr/>
      </p:nvGrpSpPr>
      <p:grpSpPr>
        <a:xfrm>
          <a:off x="0" y="0"/>
          <a:ext cx="0" cy="0"/>
          <a:chOff x="0" y="0"/>
          <a:chExt cx="0" cy="0"/>
        </a:xfrm>
      </p:grpSpPr>
      <p:sp>
        <p:nvSpPr>
          <p:cNvPr id="96" name="Google Shape;96;p14"/>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97" name="Google Shape;97;p14"/>
          <p:cNvCxnSpPr>
            <a:stCxn id="96"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98" name="Google Shape;98;p14"/>
          <p:cNvSpPr/>
          <p:nvPr/>
        </p:nvSpPr>
        <p:spPr>
          <a:xfrm>
            <a:off x="1780400" y="1322325"/>
            <a:ext cx="1988100" cy="20652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99" name="Google Shape;99;p14"/>
          <p:cNvSpPr txBox="1"/>
          <p:nvPr>
            <p:ph idx="2" type="ctrTitle"/>
          </p:nvPr>
        </p:nvSpPr>
        <p:spPr>
          <a:xfrm>
            <a:off x="22109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0" name="Google Shape;100;p14"/>
          <p:cNvSpPr txBox="1"/>
          <p:nvPr>
            <p:ph idx="1" type="subTitle"/>
          </p:nvPr>
        </p:nvSpPr>
        <p:spPr>
          <a:xfrm>
            <a:off x="20847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1" name="Google Shape;101;p14"/>
          <p:cNvSpPr/>
          <p:nvPr/>
        </p:nvSpPr>
        <p:spPr>
          <a:xfrm>
            <a:off x="3577850" y="2456125"/>
            <a:ext cx="1988100" cy="2065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2" name="Google Shape;102;p14"/>
          <p:cNvSpPr txBox="1"/>
          <p:nvPr>
            <p:ph idx="3" type="ctrTitle"/>
          </p:nvPr>
        </p:nvSpPr>
        <p:spPr>
          <a:xfrm>
            <a:off x="4008384" y="34139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3" name="Google Shape;103;p14"/>
          <p:cNvSpPr txBox="1"/>
          <p:nvPr>
            <p:ph idx="4" type="subTitle"/>
          </p:nvPr>
        </p:nvSpPr>
        <p:spPr>
          <a:xfrm>
            <a:off x="3882150" y="35864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4" name="Google Shape;104;p14"/>
          <p:cNvSpPr/>
          <p:nvPr/>
        </p:nvSpPr>
        <p:spPr>
          <a:xfrm>
            <a:off x="5375500" y="1322325"/>
            <a:ext cx="1988100" cy="2065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5" name="Google Shape;105;p14"/>
          <p:cNvSpPr txBox="1"/>
          <p:nvPr>
            <p:ph idx="5" type="ctrTitle"/>
          </p:nvPr>
        </p:nvSpPr>
        <p:spPr>
          <a:xfrm>
            <a:off x="58060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6" name="Google Shape;106;p14"/>
          <p:cNvSpPr txBox="1"/>
          <p:nvPr>
            <p:ph idx="6" type="subTitle"/>
          </p:nvPr>
        </p:nvSpPr>
        <p:spPr>
          <a:xfrm>
            <a:off x="56798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CUSTOM_6_1_1_1_1_1">
    <p:bg>
      <p:bgPr>
        <a:gradFill>
          <a:gsLst>
            <a:gs pos="0">
              <a:srgbClr val="10D6B6">
                <a:alpha val="70588"/>
              </a:srgbClr>
            </a:gs>
            <a:gs pos="100000">
              <a:srgbClr val="7337D4"/>
            </a:gs>
          </a:gsLst>
          <a:lin ang="0" scaled="0"/>
        </a:gradFill>
      </p:bgPr>
    </p:bg>
    <p:spTree>
      <p:nvGrpSpPr>
        <p:cNvPr id="107" name="Shape 107"/>
        <p:cNvGrpSpPr/>
        <p:nvPr/>
      </p:nvGrpSpPr>
      <p:grpSpPr>
        <a:xfrm>
          <a:off x="0" y="0"/>
          <a:ext cx="0" cy="0"/>
          <a:chOff x="0" y="0"/>
          <a:chExt cx="0" cy="0"/>
        </a:xfrm>
      </p:grpSpPr>
      <p:sp>
        <p:nvSpPr>
          <p:cNvPr id="108" name="Google Shape;108;p15"/>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109" name="Google Shape;109;p15"/>
          <p:cNvCxnSpPr>
            <a:stCxn id="108"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110" name="Google Shape;110;p15"/>
          <p:cNvSpPr/>
          <p:nvPr/>
        </p:nvSpPr>
        <p:spPr>
          <a:xfrm>
            <a:off x="815350" y="2853050"/>
            <a:ext cx="3594900" cy="11301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1" name="Google Shape;111;p15"/>
          <p:cNvSpPr/>
          <p:nvPr/>
        </p:nvSpPr>
        <p:spPr>
          <a:xfrm>
            <a:off x="1878200" y="1616125"/>
            <a:ext cx="5387400" cy="1384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2" name="Google Shape;112;p15"/>
          <p:cNvSpPr/>
          <p:nvPr/>
        </p:nvSpPr>
        <p:spPr>
          <a:xfrm>
            <a:off x="4218450" y="3465375"/>
            <a:ext cx="3594900" cy="898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3" name="Google Shape;113;p15"/>
          <p:cNvSpPr txBox="1"/>
          <p:nvPr>
            <p:ph hasCustomPrompt="1" idx="2" type="title"/>
          </p:nvPr>
        </p:nvSpPr>
        <p:spPr>
          <a:xfrm>
            <a:off x="2637350" y="1882375"/>
            <a:ext cx="3869400" cy="85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7200"/>
              <a:buNone/>
              <a:defRPr sz="7200">
                <a:solidFill>
                  <a:srgbClr val="FFFFFF"/>
                </a:solidFill>
              </a:defRPr>
            </a:lvl1pPr>
            <a:lvl2pPr lvl="1"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4" name="Google Shape;114;p15"/>
          <p:cNvSpPr txBox="1"/>
          <p:nvPr>
            <p:ph hasCustomPrompt="1" idx="3" type="title"/>
          </p:nvPr>
        </p:nvSpPr>
        <p:spPr>
          <a:xfrm>
            <a:off x="967476" y="3129125"/>
            <a:ext cx="32907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15"/>
          <p:cNvSpPr txBox="1"/>
          <p:nvPr>
            <p:ph hasCustomPrompt="1" idx="4" type="title"/>
          </p:nvPr>
        </p:nvSpPr>
        <p:spPr>
          <a:xfrm>
            <a:off x="4414951" y="3629950"/>
            <a:ext cx="32019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extLst>
    <p:ext uri="{DCECCB84-F9BA-43D5-87BE-67443E8EF086}">
      <p15:sldGuideLst>
        <p15:guide id="1" pos="2880">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34343"/>
              </a:buClr>
              <a:buSzPts val="2800"/>
              <a:buFont typeface="Saira ExtraCondensed SemiBold"/>
              <a:buNone/>
              <a:defRPr sz="2800">
                <a:solidFill>
                  <a:srgbClr val="434343"/>
                </a:solidFill>
                <a:latin typeface="Saira ExtraCondensed SemiBold"/>
                <a:ea typeface="Saira ExtraCondensed SemiBold"/>
                <a:cs typeface="Saira ExtraCondensed SemiBold"/>
                <a:sym typeface="Saira ExtraCondensed SemiBold"/>
              </a:defRPr>
            </a:lvl1pPr>
            <a:lvl2pPr lvl="1">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2pPr>
            <a:lvl3pPr lvl="2">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3pPr>
            <a:lvl4pPr lvl="3">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4pPr>
            <a:lvl5pPr lvl="4">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5pPr>
            <a:lvl6pPr lvl="5">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6pPr>
            <a:lvl7pPr lvl="6">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7pPr>
            <a:lvl8pPr lvl="7">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8pPr>
            <a:lvl9pPr lvl="8">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1pPr>
            <a:lvl2pPr indent="-304800" lvl="1" marL="914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2pPr>
            <a:lvl3pPr indent="-304800" lvl="2" marL="1371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3pPr>
            <a:lvl4pPr indent="-304800" lvl="3" marL="18288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4pPr>
            <a:lvl5pPr indent="-304800" lvl="4" marL="22860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5pPr>
            <a:lvl6pPr indent="-304800" lvl="5" marL="27432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6pPr>
            <a:lvl7pPr indent="-304800" lvl="6" marL="3200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7pPr>
            <a:lvl8pPr indent="-304800" lvl="7" marL="3657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8pPr>
            <a:lvl9pPr indent="-304800" lvl="8" marL="4114800" rtl="0">
              <a:lnSpc>
                <a:spcPct val="115000"/>
              </a:lnSpc>
              <a:spcBef>
                <a:spcPts val="1600"/>
              </a:spcBef>
              <a:spcAft>
                <a:spcPts val="160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rgbClr val="666666"/>
                </a:solidFill>
                <a:latin typeface="Roboto Slab Regular"/>
                <a:ea typeface="Roboto Slab Regular"/>
                <a:cs typeface="Roboto Slab Regular"/>
                <a:sym typeface="Roboto Slab Regular"/>
              </a:defRPr>
            </a:lvl1pPr>
            <a:lvl2pPr lvl="1" algn="r">
              <a:buNone/>
              <a:defRPr sz="1300">
                <a:solidFill>
                  <a:srgbClr val="666666"/>
                </a:solidFill>
                <a:latin typeface="Roboto Slab Regular"/>
                <a:ea typeface="Roboto Slab Regular"/>
                <a:cs typeface="Roboto Slab Regular"/>
                <a:sym typeface="Roboto Slab Regular"/>
              </a:defRPr>
            </a:lvl2pPr>
            <a:lvl3pPr lvl="2" algn="r">
              <a:buNone/>
              <a:defRPr sz="1300">
                <a:solidFill>
                  <a:srgbClr val="666666"/>
                </a:solidFill>
                <a:latin typeface="Roboto Slab Regular"/>
                <a:ea typeface="Roboto Slab Regular"/>
                <a:cs typeface="Roboto Slab Regular"/>
                <a:sym typeface="Roboto Slab Regular"/>
              </a:defRPr>
            </a:lvl3pPr>
            <a:lvl4pPr lvl="3" algn="r">
              <a:buNone/>
              <a:defRPr sz="1300">
                <a:solidFill>
                  <a:srgbClr val="666666"/>
                </a:solidFill>
                <a:latin typeface="Roboto Slab Regular"/>
                <a:ea typeface="Roboto Slab Regular"/>
                <a:cs typeface="Roboto Slab Regular"/>
                <a:sym typeface="Roboto Slab Regular"/>
              </a:defRPr>
            </a:lvl4pPr>
            <a:lvl5pPr lvl="4" algn="r">
              <a:buNone/>
              <a:defRPr sz="1300">
                <a:solidFill>
                  <a:srgbClr val="666666"/>
                </a:solidFill>
                <a:latin typeface="Roboto Slab Regular"/>
                <a:ea typeface="Roboto Slab Regular"/>
                <a:cs typeface="Roboto Slab Regular"/>
                <a:sym typeface="Roboto Slab Regular"/>
              </a:defRPr>
            </a:lvl5pPr>
            <a:lvl6pPr lvl="5" algn="r">
              <a:buNone/>
              <a:defRPr sz="1300">
                <a:solidFill>
                  <a:srgbClr val="666666"/>
                </a:solidFill>
                <a:latin typeface="Roboto Slab Regular"/>
                <a:ea typeface="Roboto Slab Regular"/>
                <a:cs typeface="Roboto Slab Regular"/>
                <a:sym typeface="Roboto Slab Regular"/>
              </a:defRPr>
            </a:lvl6pPr>
            <a:lvl7pPr lvl="6" algn="r">
              <a:buNone/>
              <a:defRPr sz="1300">
                <a:solidFill>
                  <a:srgbClr val="666666"/>
                </a:solidFill>
                <a:latin typeface="Roboto Slab Regular"/>
                <a:ea typeface="Roboto Slab Regular"/>
                <a:cs typeface="Roboto Slab Regular"/>
                <a:sym typeface="Roboto Slab Regular"/>
              </a:defRPr>
            </a:lvl7pPr>
            <a:lvl8pPr lvl="7" algn="r">
              <a:buNone/>
              <a:defRPr sz="1300">
                <a:solidFill>
                  <a:srgbClr val="666666"/>
                </a:solidFill>
                <a:latin typeface="Roboto Slab Regular"/>
                <a:ea typeface="Roboto Slab Regular"/>
                <a:cs typeface="Roboto Slab Regular"/>
                <a:sym typeface="Roboto Slab Regular"/>
              </a:defRPr>
            </a:lvl8pPr>
            <a:lvl9pPr lvl="8" algn="r">
              <a:buNone/>
              <a:defRPr sz="1300">
                <a:solidFill>
                  <a:srgbClr val="666666"/>
                </a:solidFill>
                <a:latin typeface="Roboto Slab Regular"/>
                <a:ea typeface="Roboto Slab Regular"/>
                <a:cs typeface="Roboto Slab Regular"/>
                <a:sym typeface="Roboto Slab Regular"/>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0D6B6">
                <a:alpha val="70588"/>
              </a:srgbClr>
            </a:gs>
            <a:gs pos="100000">
              <a:srgbClr val="7337D4"/>
            </a:gs>
          </a:gsLst>
          <a:lin ang="0" scaled="0"/>
        </a:gradFill>
      </p:bgPr>
    </p:bg>
    <p:spTree>
      <p:nvGrpSpPr>
        <p:cNvPr id="119" name="Shape 119"/>
        <p:cNvGrpSpPr/>
        <p:nvPr/>
      </p:nvGrpSpPr>
      <p:grpSpPr>
        <a:xfrm>
          <a:off x="0" y="0"/>
          <a:ext cx="0" cy="0"/>
          <a:chOff x="0" y="0"/>
          <a:chExt cx="0" cy="0"/>
        </a:xfrm>
      </p:grpSpPr>
      <p:sp>
        <p:nvSpPr>
          <p:cNvPr id="120" name="Google Shape;120;p16"/>
          <p:cNvSpPr txBox="1"/>
          <p:nvPr>
            <p:ph idx="1" type="subTitle"/>
          </p:nvPr>
        </p:nvSpPr>
        <p:spPr>
          <a:xfrm flipH="1">
            <a:off x="1144725" y="3316575"/>
            <a:ext cx="2304000" cy="67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Ivo Kostovski</a:t>
            </a:r>
            <a:endParaRPr/>
          </a:p>
          <a:p>
            <a:pPr indent="0" lvl="0" marL="0" rtl="0" algn="l">
              <a:spcBef>
                <a:spcPts val="0"/>
              </a:spcBef>
              <a:spcAft>
                <a:spcPts val="0"/>
              </a:spcAft>
              <a:buNone/>
            </a:pPr>
            <a:r>
              <a:rPr lang="es"/>
              <a:t>Front End Developer</a:t>
            </a:r>
            <a:endParaRPr/>
          </a:p>
        </p:txBody>
      </p:sp>
      <p:sp>
        <p:nvSpPr>
          <p:cNvPr id="121" name="Google Shape;121;p16"/>
          <p:cNvSpPr txBox="1"/>
          <p:nvPr>
            <p:ph type="ctrTitle"/>
          </p:nvPr>
        </p:nvSpPr>
        <p:spPr>
          <a:xfrm flipH="1">
            <a:off x="769750" y="2646075"/>
            <a:ext cx="3907500" cy="67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FLEXBOX</a:t>
            </a:r>
            <a:endParaRPr>
              <a:latin typeface="Saira ExtraCondensed SemiBold"/>
              <a:ea typeface="Saira ExtraCondensed SemiBold"/>
              <a:cs typeface="Saira ExtraCondensed SemiBold"/>
              <a:sym typeface="Saira ExtraCondensed SemiBold"/>
            </a:endParaRPr>
          </a:p>
        </p:txBody>
      </p:sp>
      <p:pic>
        <p:nvPicPr>
          <p:cNvPr id="122" name="Google Shape;122;p16"/>
          <p:cNvPicPr preferRelativeResize="0"/>
          <p:nvPr/>
        </p:nvPicPr>
        <p:blipFill>
          <a:blip r:embed="rId3">
            <a:alphaModFix/>
          </a:blip>
          <a:stretch>
            <a:fillRect/>
          </a:stretch>
        </p:blipFill>
        <p:spPr>
          <a:xfrm>
            <a:off x="3932575" y="335075"/>
            <a:ext cx="4300148" cy="42310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flipH="1">
            <a:off x="4507212" y="1092475"/>
            <a:ext cx="3442363" cy="3151851"/>
          </a:xfrm>
          <a:prstGeom prst="rect">
            <a:avLst/>
          </a:prstGeom>
          <a:noFill/>
          <a:ln>
            <a:noFill/>
          </a:ln>
        </p:spPr>
      </p:pic>
      <p:sp>
        <p:nvSpPr>
          <p:cNvPr id="128" name="Google Shape;128;p17"/>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Properties for the parent</a:t>
            </a:r>
            <a:endParaRPr/>
          </a:p>
        </p:txBody>
      </p:sp>
      <p:sp>
        <p:nvSpPr>
          <p:cNvPr id="129" name="Google Shape;129;p17"/>
          <p:cNvSpPr txBox="1"/>
          <p:nvPr>
            <p:ph type="title"/>
          </p:nvPr>
        </p:nvSpPr>
        <p:spPr>
          <a:xfrm>
            <a:off x="303938" y="1858700"/>
            <a:ext cx="1444800" cy="1619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01</a:t>
            </a:r>
            <a:endParaRPr/>
          </a:p>
        </p:txBody>
      </p:sp>
      <p:sp>
        <p:nvSpPr>
          <p:cNvPr id="130" name="Google Shape;130;p17"/>
          <p:cNvSpPr txBox="1"/>
          <p:nvPr>
            <p:ph idx="1" type="subTitle"/>
          </p:nvPr>
        </p:nvSpPr>
        <p:spPr>
          <a:xfrm>
            <a:off x="2109125" y="2952184"/>
            <a:ext cx="19065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(flex container)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Display</a:t>
            </a:r>
            <a:endParaRPr>
              <a:latin typeface="Saira ExtraCondensed SemiBold"/>
              <a:ea typeface="Saira ExtraCondensed SemiBold"/>
              <a:cs typeface="Saira ExtraCondensed SemiBold"/>
              <a:sym typeface="Saira ExtraCondensed SemiBold"/>
            </a:endParaRPr>
          </a:p>
        </p:txBody>
      </p:sp>
      <p:sp>
        <p:nvSpPr>
          <p:cNvPr id="136" name="Google Shape;136;p18"/>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This defines a flex container; inline or block depending on the given value. It enables a flex context for all its direct children.</a:t>
            </a:r>
            <a:endParaRPr sz="1500">
              <a:solidFill>
                <a:srgbClr val="FFFFFF"/>
              </a:solidFill>
            </a:endParaRPr>
          </a:p>
        </p:txBody>
      </p:sp>
      <p:pic>
        <p:nvPicPr>
          <p:cNvPr id="137" name="Google Shape;137;p18"/>
          <p:cNvPicPr preferRelativeResize="0"/>
          <p:nvPr/>
        </p:nvPicPr>
        <p:blipFill>
          <a:blip r:embed="rId3">
            <a:alphaModFix/>
          </a:blip>
          <a:stretch>
            <a:fillRect/>
          </a:stretch>
        </p:blipFill>
        <p:spPr>
          <a:xfrm>
            <a:off x="1270388" y="2540275"/>
            <a:ext cx="663892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a:t>
            </a:r>
            <a:r>
              <a:rPr lang="es"/>
              <a:t>lex-direction</a:t>
            </a:r>
            <a:endParaRPr>
              <a:latin typeface="Saira ExtraCondensed SemiBold"/>
              <a:ea typeface="Saira ExtraCondensed SemiBold"/>
              <a:cs typeface="Saira ExtraCondensed SemiBold"/>
              <a:sym typeface="Saira ExtraCondensed SemiBold"/>
            </a:endParaRPr>
          </a:p>
        </p:txBody>
      </p:sp>
      <p:sp>
        <p:nvSpPr>
          <p:cNvPr id="143" name="Google Shape;143;p19"/>
          <p:cNvSpPr txBox="1"/>
          <p:nvPr>
            <p:ph idx="4294967295" type="subTitle"/>
          </p:nvPr>
        </p:nvSpPr>
        <p:spPr>
          <a:xfrm flipH="1">
            <a:off x="535650" y="1228525"/>
            <a:ext cx="8108400" cy="340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This establishes the main-axis, thus defining the direction flex items are placed in the flex container. Flexbox is (aside from optional wrapping) a single-direction layout concept. Think of flex items as primarily laying out either in horizontal rows or vertical columns.</a:t>
            </a:r>
            <a:endParaRPr sz="1500">
              <a:solidFill>
                <a:srgbClr val="FFFFFF"/>
              </a:solidFill>
            </a:endParaRPr>
          </a:p>
          <a:p>
            <a:pPr indent="-323850" lvl="0" marL="457200" rtl="0" algn="l">
              <a:spcBef>
                <a:spcPts val="1600"/>
              </a:spcBef>
              <a:spcAft>
                <a:spcPts val="0"/>
              </a:spcAft>
              <a:buClr>
                <a:srgbClr val="FFFFFF"/>
              </a:buClr>
              <a:buSzPts val="1500"/>
              <a:buChar char="●"/>
            </a:pPr>
            <a:r>
              <a:rPr lang="es" sz="1500">
                <a:solidFill>
                  <a:srgbClr val="FFFFFF"/>
                </a:solidFill>
              </a:rPr>
              <a:t>row (default): left to right</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row-reverse: right to left</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column: same as row but top to bottom</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column-reverse: same as row-reverse but </a:t>
            </a:r>
            <a:br>
              <a:rPr lang="es" sz="1500">
                <a:solidFill>
                  <a:srgbClr val="FFFFFF"/>
                </a:solidFill>
              </a:rPr>
            </a:br>
            <a:r>
              <a:rPr lang="es" sz="1500">
                <a:solidFill>
                  <a:srgbClr val="FFFFFF"/>
                </a:solidFill>
              </a:rPr>
              <a:t>bottom to top</a:t>
            </a:r>
            <a:endParaRPr sz="1500">
              <a:solidFill>
                <a:srgbClr val="FFFFFF"/>
              </a:solidFill>
            </a:endParaRPr>
          </a:p>
        </p:txBody>
      </p:sp>
      <p:pic>
        <p:nvPicPr>
          <p:cNvPr id="144" name="Google Shape;144;p19"/>
          <p:cNvPicPr preferRelativeResize="0"/>
          <p:nvPr/>
        </p:nvPicPr>
        <p:blipFill>
          <a:blip r:embed="rId3">
            <a:alphaModFix/>
          </a:blip>
          <a:stretch>
            <a:fillRect/>
          </a:stretch>
        </p:blipFill>
        <p:spPr>
          <a:xfrm>
            <a:off x="4541775" y="2582850"/>
            <a:ext cx="3657000" cy="1682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Flex-wrap</a:t>
            </a:r>
            <a:endParaRPr>
              <a:latin typeface="Saira ExtraCondensed SemiBold"/>
              <a:ea typeface="Saira ExtraCondensed SemiBold"/>
              <a:cs typeface="Saira ExtraCondensed SemiBold"/>
              <a:sym typeface="Saira ExtraCondensed SemiBold"/>
            </a:endParaRPr>
          </a:p>
        </p:txBody>
      </p:sp>
      <p:sp>
        <p:nvSpPr>
          <p:cNvPr id="150" name="Google Shape;150;p20"/>
          <p:cNvSpPr txBox="1"/>
          <p:nvPr>
            <p:ph idx="4294967295" type="subTitle"/>
          </p:nvPr>
        </p:nvSpPr>
        <p:spPr>
          <a:xfrm flipH="1">
            <a:off x="535650" y="1228525"/>
            <a:ext cx="8108400" cy="340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By default, flex items will all try to fit onto one line. You can change that and allow the items to wrap as needed with this property.</a:t>
            </a:r>
            <a:endParaRPr sz="1500">
              <a:solidFill>
                <a:srgbClr val="FFFFFF"/>
              </a:solidFill>
            </a:endParaRPr>
          </a:p>
          <a:p>
            <a:pPr indent="-323850" lvl="0" marL="457200" rtl="0" algn="l">
              <a:spcBef>
                <a:spcPts val="1600"/>
              </a:spcBef>
              <a:spcAft>
                <a:spcPts val="0"/>
              </a:spcAft>
              <a:buClr>
                <a:srgbClr val="FFFFFF"/>
              </a:buClr>
              <a:buSzPts val="1500"/>
              <a:buChar char="●"/>
            </a:pPr>
            <a:r>
              <a:rPr lang="es" sz="1500">
                <a:solidFill>
                  <a:srgbClr val="FFFFFF"/>
                </a:solidFill>
              </a:rPr>
              <a:t>nowrap (default): all flex items will be on one line</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wrap: flex items will wrap onto multiple lines, from top to bottom.</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wrap-reverse: flex items will wrap onto multiple lines from bottom to top.</a:t>
            </a:r>
            <a:endParaRPr sz="1500">
              <a:solidFill>
                <a:srgbClr val="FFFFFF"/>
              </a:solidFill>
            </a:endParaRPr>
          </a:p>
        </p:txBody>
      </p:sp>
      <p:pic>
        <p:nvPicPr>
          <p:cNvPr id="151" name="Google Shape;151;p20"/>
          <p:cNvPicPr preferRelativeResize="0"/>
          <p:nvPr/>
        </p:nvPicPr>
        <p:blipFill>
          <a:blip r:embed="rId3">
            <a:alphaModFix/>
          </a:blip>
          <a:stretch>
            <a:fillRect/>
          </a:stretch>
        </p:blipFill>
        <p:spPr>
          <a:xfrm>
            <a:off x="3218250" y="3145075"/>
            <a:ext cx="2743200" cy="142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a:t>
            </a:r>
            <a:r>
              <a:rPr lang="es"/>
              <a:t>lex-flow</a:t>
            </a:r>
            <a:endParaRPr>
              <a:latin typeface="Saira ExtraCondensed SemiBold"/>
              <a:ea typeface="Saira ExtraCondensed SemiBold"/>
              <a:cs typeface="Saira ExtraCondensed SemiBold"/>
              <a:sym typeface="Saira ExtraCondensed SemiBold"/>
            </a:endParaRPr>
          </a:p>
        </p:txBody>
      </p:sp>
      <p:sp>
        <p:nvSpPr>
          <p:cNvPr id="157" name="Google Shape;157;p21"/>
          <p:cNvSpPr txBox="1"/>
          <p:nvPr>
            <p:ph idx="4294967295" type="subTitle"/>
          </p:nvPr>
        </p:nvSpPr>
        <p:spPr>
          <a:xfrm flipH="1">
            <a:off x="535650" y="1228525"/>
            <a:ext cx="8108400" cy="340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This is a shorthand for the flex-direction and flex-wrap properties, which together define the flex container’s main and cross axes. The default value is row nowrap.</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pic>
        <p:nvPicPr>
          <p:cNvPr id="158" name="Google Shape;158;p21"/>
          <p:cNvPicPr preferRelativeResize="0"/>
          <p:nvPr/>
        </p:nvPicPr>
        <p:blipFill>
          <a:blip r:embed="rId3">
            <a:alphaModFix/>
          </a:blip>
          <a:stretch>
            <a:fillRect/>
          </a:stretch>
        </p:blipFill>
        <p:spPr>
          <a:xfrm>
            <a:off x="1223950" y="2354713"/>
            <a:ext cx="6696075" cy="164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a:t>
            </a:r>
            <a:r>
              <a:rPr lang="es"/>
              <a:t>ustify-content</a:t>
            </a:r>
            <a:endParaRPr>
              <a:latin typeface="Saira ExtraCondensed SemiBold"/>
              <a:ea typeface="Saira ExtraCondensed SemiBold"/>
              <a:cs typeface="Saira ExtraCondensed SemiBold"/>
              <a:sym typeface="Saira ExtraCondensed SemiBold"/>
            </a:endParaRPr>
          </a:p>
        </p:txBody>
      </p:sp>
      <p:sp>
        <p:nvSpPr>
          <p:cNvPr id="164" name="Google Shape;164;p22"/>
          <p:cNvSpPr txBox="1"/>
          <p:nvPr>
            <p:ph idx="4294967295" type="subTitle"/>
          </p:nvPr>
        </p:nvSpPr>
        <p:spPr>
          <a:xfrm flipH="1">
            <a:off x="535650" y="1228525"/>
            <a:ext cx="8108400" cy="340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This defines the alignment along the main axis. It helps distribute extra free space leftover when either all the flex items on a line are inflexible, or are flexible but have reached their maximum size. It also exerts some control over the alignment of items when they overflow the line.</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Justify-content</a:t>
            </a:r>
            <a:endParaRPr>
              <a:latin typeface="Saira ExtraCondensed SemiBold"/>
              <a:ea typeface="Saira ExtraCondensed SemiBold"/>
              <a:cs typeface="Saira ExtraCondensed SemiBold"/>
              <a:sym typeface="Saira ExtraCondensed SemiBold"/>
            </a:endParaRPr>
          </a:p>
        </p:txBody>
      </p:sp>
      <p:sp>
        <p:nvSpPr>
          <p:cNvPr id="170" name="Google Shape;170;p23"/>
          <p:cNvSpPr txBox="1"/>
          <p:nvPr>
            <p:ph idx="4294967295" type="subTitle"/>
          </p:nvPr>
        </p:nvSpPr>
        <p:spPr>
          <a:xfrm flipH="1">
            <a:off x="528100" y="1169325"/>
            <a:ext cx="3756900" cy="3530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FFFFFF"/>
              </a:buClr>
              <a:buSzPts val="1300"/>
              <a:buAutoNum type="arabicPeriod"/>
            </a:pPr>
            <a:r>
              <a:rPr lang="es" sz="1300">
                <a:solidFill>
                  <a:srgbClr val="FFFFFF"/>
                </a:solidFill>
              </a:rPr>
              <a:t>flex-start (default): items are packed toward the start of the flex-direction.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flex-end: items are packed toward the end of the flex-direction.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start: items are packed toward the start of the writing-mode 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end: items are packed toward the end of the writing-mode 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left: items are packed toward left edge of the container, unless that doesn’t make sense with the flex-direction, then it behaves like start.</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right: items are packed toward right edge of the container, unless that doesn’t make sense with the flex-direction, then it behaves like start.</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center: items are centered along the line</a:t>
            </a:r>
            <a:endParaRPr sz="1300">
              <a:solidFill>
                <a:srgbClr val="FFFFFF"/>
              </a:solidFill>
            </a:endParaRPr>
          </a:p>
        </p:txBody>
      </p:sp>
      <p:pic>
        <p:nvPicPr>
          <p:cNvPr id="171" name="Google Shape;171;p23"/>
          <p:cNvPicPr preferRelativeResize="0"/>
          <p:nvPr/>
        </p:nvPicPr>
        <p:blipFill>
          <a:blip r:embed="rId3">
            <a:alphaModFix/>
          </a:blip>
          <a:stretch>
            <a:fillRect/>
          </a:stretch>
        </p:blipFill>
        <p:spPr>
          <a:xfrm>
            <a:off x="5836125" y="999100"/>
            <a:ext cx="2606500" cy="3950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Justify-content</a:t>
            </a:r>
            <a:endParaRPr>
              <a:latin typeface="Saira ExtraCondensed SemiBold"/>
              <a:ea typeface="Saira ExtraCondensed SemiBold"/>
              <a:cs typeface="Saira ExtraCondensed SemiBold"/>
              <a:sym typeface="Saira ExtraCondensed SemiBold"/>
            </a:endParaRPr>
          </a:p>
        </p:txBody>
      </p:sp>
      <p:sp>
        <p:nvSpPr>
          <p:cNvPr id="177" name="Google Shape;177;p24"/>
          <p:cNvSpPr txBox="1"/>
          <p:nvPr>
            <p:ph idx="4294967295" type="subTitle"/>
          </p:nvPr>
        </p:nvSpPr>
        <p:spPr>
          <a:xfrm flipH="1">
            <a:off x="528100" y="1169325"/>
            <a:ext cx="3756900" cy="3530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FFFFFF"/>
              </a:buClr>
              <a:buSzPts val="1300"/>
              <a:buAutoNum type="arabicPeriod" startAt="8"/>
            </a:pPr>
            <a:r>
              <a:rPr lang="es" sz="1300">
                <a:solidFill>
                  <a:srgbClr val="FFFFFF"/>
                </a:solidFill>
              </a:rPr>
              <a:t>space-between: items are evenly distributed in the line; first item is on the start line, last item on the end line</a:t>
            </a:r>
            <a:endParaRPr sz="1300">
              <a:solidFill>
                <a:srgbClr val="FFFFFF"/>
              </a:solidFill>
            </a:endParaRPr>
          </a:p>
          <a:p>
            <a:pPr indent="-311150" lvl="0" marL="457200" rtl="0" algn="l">
              <a:spcBef>
                <a:spcPts val="0"/>
              </a:spcBef>
              <a:spcAft>
                <a:spcPts val="0"/>
              </a:spcAft>
              <a:buClr>
                <a:srgbClr val="FFFFFF"/>
              </a:buClr>
              <a:buSzPts val="1300"/>
              <a:buAutoNum type="arabicPeriod" startAt="8"/>
            </a:pPr>
            <a:r>
              <a:rPr lang="es" sz="1300">
                <a:solidFill>
                  <a:srgbClr val="FFFFFF"/>
                </a:solidFill>
              </a:rPr>
              <a:t>space-around: items are evenly distributed in the line with equal space around them. Note that visually the spaces aren’t equal, since all the items have equal space on both sides. The first item will have one unit of space against the container edge, but two units of space between the next item because that next item has its own spacing that applies.</a:t>
            </a:r>
            <a:endParaRPr sz="1300">
              <a:solidFill>
                <a:srgbClr val="FFFFFF"/>
              </a:solidFill>
            </a:endParaRPr>
          </a:p>
          <a:p>
            <a:pPr indent="-311150" lvl="0" marL="457200" rtl="0" algn="l">
              <a:spcBef>
                <a:spcPts val="0"/>
              </a:spcBef>
              <a:spcAft>
                <a:spcPts val="0"/>
              </a:spcAft>
              <a:buClr>
                <a:srgbClr val="FFFFFF"/>
              </a:buClr>
              <a:buSzPts val="1300"/>
              <a:buAutoNum type="arabicPeriod" startAt="8"/>
            </a:pPr>
            <a:r>
              <a:rPr lang="es" sz="1300">
                <a:solidFill>
                  <a:srgbClr val="FFFFFF"/>
                </a:solidFill>
              </a:rPr>
              <a:t>space-evenly: items are distributed so that the spacing between any two items (and the space to the edges) is equal.</a:t>
            </a:r>
            <a:endParaRPr sz="1300">
              <a:solidFill>
                <a:srgbClr val="FFFFFF"/>
              </a:solidFill>
            </a:endParaRPr>
          </a:p>
        </p:txBody>
      </p:sp>
      <p:pic>
        <p:nvPicPr>
          <p:cNvPr id="178" name="Google Shape;178;p24"/>
          <p:cNvPicPr preferRelativeResize="0"/>
          <p:nvPr/>
        </p:nvPicPr>
        <p:blipFill>
          <a:blip r:embed="rId3">
            <a:alphaModFix/>
          </a:blip>
          <a:stretch>
            <a:fillRect/>
          </a:stretch>
        </p:blipFill>
        <p:spPr>
          <a:xfrm>
            <a:off x="5836125" y="999100"/>
            <a:ext cx="2606500" cy="3950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a:t>
            </a:r>
            <a:r>
              <a:rPr lang="es"/>
              <a:t>lign-items</a:t>
            </a:r>
            <a:endParaRPr>
              <a:latin typeface="Saira ExtraCondensed SemiBold"/>
              <a:ea typeface="Saira ExtraCondensed SemiBold"/>
              <a:cs typeface="Saira ExtraCondensed SemiBold"/>
              <a:sym typeface="Saira ExtraCondensed SemiBold"/>
            </a:endParaRPr>
          </a:p>
        </p:txBody>
      </p:sp>
      <p:sp>
        <p:nvSpPr>
          <p:cNvPr id="184" name="Google Shape;184;p25"/>
          <p:cNvSpPr txBox="1"/>
          <p:nvPr>
            <p:ph idx="4294967295" type="subTitle"/>
          </p:nvPr>
        </p:nvSpPr>
        <p:spPr>
          <a:xfrm flipH="1">
            <a:off x="528225" y="1317325"/>
            <a:ext cx="7864200" cy="3382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This defines the default behavior for how flex items are laid out along the cross axis on the current line. Think of it as the justify-content version for the cross-axis (perpendicular to the main-axis).</a:t>
            </a:r>
            <a:endParaRPr sz="15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Align-items</a:t>
            </a:r>
            <a:endParaRPr>
              <a:latin typeface="Saira ExtraCondensed SemiBold"/>
              <a:ea typeface="Saira ExtraCondensed SemiBold"/>
              <a:cs typeface="Saira ExtraCondensed SemiBold"/>
              <a:sym typeface="Saira ExtraCondensed SemiBold"/>
            </a:endParaRPr>
          </a:p>
        </p:txBody>
      </p:sp>
      <p:sp>
        <p:nvSpPr>
          <p:cNvPr id="190" name="Google Shape;190;p26"/>
          <p:cNvSpPr txBox="1"/>
          <p:nvPr>
            <p:ph idx="4294967295" type="subTitle"/>
          </p:nvPr>
        </p:nvSpPr>
        <p:spPr>
          <a:xfrm flipH="1">
            <a:off x="528100" y="1169325"/>
            <a:ext cx="3756900" cy="3530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FFFFFF"/>
              </a:buClr>
              <a:buSzPts val="1300"/>
              <a:buAutoNum type="arabicPeriod"/>
            </a:pPr>
            <a:r>
              <a:rPr lang="es" sz="1300">
                <a:solidFill>
                  <a:srgbClr val="FFFFFF"/>
                </a:solidFill>
              </a:rPr>
              <a:t>stretch (default): stretch to fill the container (still respect min-width/max-width)</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flex-start / start / self-start: items are placed at the start of the cross axis. The difference between these is subtle, and is about respecting the flex-direction rules or the writing-mode rules.</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flex-end / end / self-end: items are placed at the end of the cross axis. The difference again is subtle and is about respecting flex-direction rules vs. writing-mode rules.</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center: items are centered in the cross-axis</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baseline: items are aligned such as their baselines align</a:t>
            </a:r>
            <a:endParaRPr sz="1300">
              <a:solidFill>
                <a:srgbClr val="FFFFFF"/>
              </a:solidFill>
            </a:endParaRPr>
          </a:p>
        </p:txBody>
      </p:sp>
      <p:pic>
        <p:nvPicPr>
          <p:cNvPr id="191" name="Google Shape;191;p26"/>
          <p:cNvPicPr preferRelativeResize="0"/>
          <p:nvPr/>
        </p:nvPicPr>
        <p:blipFill>
          <a:blip r:embed="rId3">
            <a:alphaModFix/>
          </a:blip>
          <a:stretch>
            <a:fillRect/>
          </a:stretch>
        </p:blipFill>
        <p:spPr>
          <a:xfrm>
            <a:off x="5436500" y="982325"/>
            <a:ext cx="3263394" cy="403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Align-content</a:t>
            </a:r>
            <a:endParaRPr>
              <a:latin typeface="Saira ExtraCondensed SemiBold"/>
              <a:ea typeface="Saira ExtraCondensed SemiBold"/>
              <a:cs typeface="Saira ExtraCondensed SemiBold"/>
              <a:sym typeface="Saira ExtraCondensed SemiBold"/>
            </a:endParaRPr>
          </a:p>
        </p:txBody>
      </p:sp>
      <p:sp>
        <p:nvSpPr>
          <p:cNvPr id="197" name="Google Shape;197;p27"/>
          <p:cNvSpPr txBox="1"/>
          <p:nvPr>
            <p:ph idx="4294967295" type="subTitle"/>
          </p:nvPr>
        </p:nvSpPr>
        <p:spPr>
          <a:xfrm flipH="1">
            <a:off x="528225" y="1080500"/>
            <a:ext cx="78864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00">
                <a:solidFill>
                  <a:srgbClr val="FFFFFF"/>
                </a:solidFill>
              </a:rPr>
              <a:t>This aligns a flex container’s lines within when there is extra space in the cross-axis, similar to how justify-content aligns individual items within the main-axis.</a:t>
            </a:r>
            <a:endParaRPr sz="1500">
              <a:solidFill>
                <a:srgbClr val="FFFFFF"/>
              </a:solidFill>
            </a:endParaRPr>
          </a:p>
          <a:p>
            <a:pPr indent="0" lvl="0" marL="0" rtl="0" algn="l">
              <a:spcBef>
                <a:spcPts val="1600"/>
              </a:spcBef>
              <a:spcAft>
                <a:spcPts val="0"/>
              </a:spcAft>
              <a:buClr>
                <a:schemeClr val="dk1"/>
              </a:buClr>
              <a:buSzPts val="1100"/>
              <a:buFont typeface="Arial"/>
              <a:buNone/>
            </a:pPr>
            <a:r>
              <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Note: this property has no effect when there is only one line of flex items.</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Align-content</a:t>
            </a:r>
            <a:endParaRPr>
              <a:latin typeface="Saira ExtraCondensed SemiBold"/>
              <a:ea typeface="Saira ExtraCondensed SemiBold"/>
              <a:cs typeface="Saira ExtraCondensed SemiBold"/>
              <a:sym typeface="Saira ExtraCondensed SemiBold"/>
            </a:endParaRPr>
          </a:p>
        </p:txBody>
      </p:sp>
      <p:sp>
        <p:nvSpPr>
          <p:cNvPr id="203" name="Google Shape;203;p28"/>
          <p:cNvSpPr txBox="1"/>
          <p:nvPr>
            <p:ph idx="4294967295" type="subTitle"/>
          </p:nvPr>
        </p:nvSpPr>
        <p:spPr>
          <a:xfrm flipH="1">
            <a:off x="528225" y="1080500"/>
            <a:ext cx="4977900" cy="3618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FFFFFF"/>
              </a:buClr>
              <a:buSzPts val="1300"/>
              <a:buAutoNum type="arabicPeriod"/>
            </a:pPr>
            <a:r>
              <a:rPr lang="es" sz="1300">
                <a:solidFill>
                  <a:srgbClr val="FFFFFF"/>
                </a:solidFill>
              </a:rPr>
              <a:t>normal (default): items are packed in their default position as if no value was set.</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flex-start / start: items packed to the start of the container. The (more supported) flex-start honors the flex-direction while start honors the writing-mode 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flex-end / end: items packed to the end of the container. The (more support) flex-end honors the flex-direction while end honors the writing-mode direction.</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center: items centered in the container</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space-between: items evenly distributed; the first line is at the start of the container while the last one is at the end</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space-around: items evenly distributed with equal space around each line</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space-evenly: items are evenly distributed with equal space around them</a:t>
            </a:r>
            <a:endParaRPr sz="1300">
              <a:solidFill>
                <a:srgbClr val="FFFFFF"/>
              </a:solidFill>
            </a:endParaRPr>
          </a:p>
          <a:p>
            <a:pPr indent="-311150" lvl="0" marL="457200" rtl="0" algn="l">
              <a:spcBef>
                <a:spcPts val="0"/>
              </a:spcBef>
              <a:spcAft>
                <a:spcPts val="0"/>
              </a:spcAft>
              <a:buClr>
                <a:srgbClr val="FFFFFF"/>
              </a:buClr>
              <a:buSzPts val="1300"/>
              <a:buAutoNum type="arabicPeriod"/>
            </a:pPr>
            <a:r>
              <a:rPr lang="es" sz="1300">
                <a:solidFill>
                  <a:srgbClr val="FFFFFF"/>
                </a:solidFill>
              </a:rPr>
              <a:t>stretch: lines stretch to take up the remaining space</a:t>
            </a:r>
            <a:endParaRPr sz="1300">
              <a:solidFill>
                <a:srgbClr val="FFFFFF"/>
              </a:solidFill>
            </a:endParaRPr>
          </a:p>
        </p:txBody>
      </p:sp>
      <p:pic>
        <p:nvPicPr>
          <p:cNvPr id="204" name="Google Shape;204;p28"/>
          <p:cNvPicPr preferRelativeResize="0"/>
          <p:nvPr/>
        </p:nvPicPr>
        <p:blipFill>
          <a:blip r:embed="rId3">
            <a:alphaModFix/>
          </a:blip>
          <a:stretch>
            <a:fillRect/>
          </a:stretch>
        </p:blipFill>
        <p:spPr>
          <a:xfrm>
            <a:off x="5889127" y="991675"/>
            <a:ext cx="3005775" cy="3796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idx="2" type="ctrTitle"/>
          </p:nvPr>
        </p:nvSpPr>
        <p:spPr>
          <a:xfrm flipH="1">
            <a:off x="3981563" y="2540048"/>
            <a:ext cx="3294300" cy="577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s"/>
              <a:t>Properties for the Children</a:t>
            </a:r>
            <a:endParaRPr/>
          </a:p>
        </p:txBody>
      </p:sp>
      <p:pic>
        <p:nvPicPr>
          <p:cNvPr id="210" name="Google Shape;210;p29"/>
          <p:cNvPicPr preferRelativeResize="0"/>
          <p:nvPr/>
        </p:nvPicPr>
        <p:blipFill>
          <a:blip r:embed="rId3">
            <a:alphaModFix/>
          </a:blip>
          <a:stretch>
            <a:fillRect/>
          </a:stretch>
        </p:blipFill>
        <p:spPr>
          <a:xfrm flipH="1">
            <a:off x="680849" y="915225"/>
            <a:ext cx="3806551" cy="3687225"/>
          </a:xfrm>
          <a:prstGeom prst="rect">
            <a:avLst/>
          </a:prstGeom>
          <a:noFill/>
          <a:ln>
            <a:noFill/>
          </a:ln>
        </p:spPr>
      </p:pic>
      <p:sp>
        <p:nvSpPr>
          <p:cNvPr id="211" name="Google Shape;211;p29"/>
          <p:cNvSpPr txBox="1"/>
          <p:nvPr>
            <p:ph type="title"/>
          </p:nvPr>
        </p:nvSpPr>
        <p:spPr>
          <a:xfrm flipH="1">
            <a:off x="7324862" y="1858700"/>
            <a:ext cx="1444800" cy="161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04</a:t>
            </a:r>
            <a:endParaRPr/>
          </a:p>
        </p:txBody>
      </p:sp>
      <p:sp>
        <p:nvSpPr>
          <p:cNvPr id="212" name="Google Shape;212;p29"/>
          <p:cNvSpPr txBox="1"/>
          <p:nvPr>
            <p:ph idx="1" type="subTitle"/>
          </p:nvPr>
        </p:nvSpPr>
        <p:spPr>
          <a:xfrm flipH="1">
            <a:off x="5369350" y="3180784"/>
            <a:ext cx="1906500" cy="732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s"/>
              <a:t>(flex items)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Order</a:t>
            </a:r>
            <a:endParaRPr>
              <a:latin typeface="Saira ExtraCondensed SemiBold"/>
              <a:ea typeface="Saira ExtraCondensed SemiBold"/>
              <a:cs typeface="Saira ExtraCondensed SemiBold"/>
              <a:sym typeface="Saira ExtraCondensed SemiBold"/>
            </a:endParaRPr>
          </a:p>
        </p:txBody>
      </p:sp>
      <p:sp>
        <p:nvSpPr>
          <p:cNvPr id="218" name="Google Shape;218;p30"/>
          <p:cNvSpPr txBox="1"/>
          <p:nvPr>
            <p:ph idx="4294967295" type="subTitle"/>
          </p:nvPr>
        </p:nvSpPr>
        <p:spPr>
          <a:xfrm flipH="1">
            <a:off x="528300" y="1080500"/>
            <a:ext cx="36531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By default, flex items are laid out in the source order. However, the order property controls the order in which they appear in the flex container.</a:t>
            </a:r>
            <a:endParaRPr sz="1500">
              <a:solidFill>
                <a:srgbClr val="FFFFFF"/>
              </a:solidFill>
            </a:endParaRPr>
          </a:p>
        </p:txBody>
      </p:sp>
      <p:pic>
        <p:nvPicPr>
          <p:cNvPr id="219" name="Google Shape;219;p30"/>
          <p:cNvPicPr preferRelativeResize="0"/>
          <p:nvPr/>
        </p:nvPicPr>
        <p:blipFill>
          <a:blip r:embed="rId3">
            <a:alphaModFix/>
          </a:blip>
          <a:stretch>
            <a:fillRect/>
          </a:stretch>
        </p:blipFill>
        <p:spPr>
          <a:xfrm>
            <a:off x="5584500" y="1011925"/>
            <a:ext cx="3333075" cy="2823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a:t>
            </a:r>
            <a:r>
              <a:rPr lang="es"/>
              <a:t>lex-grow</a:t>
            </a:r>
            <a:endParaRPr>
              <a:latin typeface="Saira ExtraCondensed SemiBold"/>
              <a:ea typeface="Saira ExtraCondensed SemiBold"/>
              <a:cs typeface="Saira ExtraCondensed SemiBold"/>
              <a:sym typeface="Saira ExtraCondensed SemiBold"/>
            </a:endParaRPr>
          </a:p>
        </p:txBody>
      </p:sp>
      <p:sp>
        <p:nvSpPr>
          <p:cNvPr id="225" name="Google Shape;225;p31"/>
          <p:cNvSpPr txBox="1"/>
          <p:nvPr>
            <p:ph idx="4294967295" type="subTitle"/>
          </p:nvPr>
        </p:nvSpPr>
        <p:spPr>
          <a:xfrm flipH="1">
            <a:off x="528300" y="1080500"/>
            <a:ext cx="36531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00">
                <a:solidFill>
                  <a:srgbClr val="FFFFFF"/>
                </a:solidFill>
              </a:rPr>
              <a:t>This defines the ability for a flex item to grow if necessary. It accepts a unitless value that serves as a proportion. It dictates what amount of the available space inside the flex container the item should take up.</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If all items have flex-grow set to 1, the remaining space in the container will be distributed equally to all children. If one of the children has a value of 2, the remaining space would take up twice as much space as the others (or it will try to, at least).</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pic>
        <p:nvPicPr>
          <p:cNvPr id="226" name="Google Shape;226;p31"/>
          <p:cNvPicPr preferRelativeResize="0"/>
          <p:nvPr/>
        </p:nvPicPr>
        <p:blipFill>
          <a:blip r:embed="rId3">
            <a:alphaModFix/>
          </a:blip>
          <a:stretch>
            <a:fillRect/>
          </a:stretch>
        </p:blipFill>
        <p:spPr>
          <a:xfrm>
            <a:off x="4977650" y="1426350"/>
            <a:ext cx="3414751" cy="1403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Flex-shrink</a:t>
            </a:r>
            <a:endParaRPr>
              <a:latin typeface="Saira ExtraCondensed SemiBold"/>
              <a:ea typeface="Saira ExtraCondensed SemiBold"/>
              <a:cs typeface="Saira ExtraCondensed SemiBold"/>
              <a:sym typeface="Saira ExtraCondensed SemiBold"/>
            </a:endParaRPr>
          </a:p>
        </p:txBody>
      </p:sp>
      <p:sp>
        <p:nvSpPr>
          <p:cNvPr id="232" name="Google Shape;232;p32"/>
          <p:cNvSpPr txBox="1"/>
          <p:nvPr>
            <p:ph idx="4294967295" type="subTitle"/>
          </p:nvPr>
        </p:nvSpPr>
        <p:spPr>
          <a:xfrm flipH="1">
            <a:off x="528300" y="1080500"/>
            <a:ext cx="36531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This defines the ability for a flex item to shrink if necessary.</a:t>
            </a:r>
            <a:endParaRPr sz="1500">
              <a:solidFill>
                <a:srgbClr val="FFFFFF"/>
              </a:solidFill>
            </a:endParaRPr>
          </a:p>
        </p:txBody>
      </p:sp>
      <p:pic>
        <p:nvPicPr>
          <p:cNvPr id="233" name="Google Shape;233;p32"/>
          <p:cNvPicPr preferRelativeResize="0"/>
          <p:nvPr/>
        </p:nvPicPr>
        <p:blipFill>
          <a:blip r:embed="rId3">
            <a:alphaModFix/>
          </a:blip>
          <a:stretch>
            <a:fillRect/>
          </a:stretch>
        </p:blipFill>
        <p:spPr>
          <a:xfrm>
            <a:off x="3079275" y="2336513"/>
            <a:ext cx="4598799" cy="1106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Flex-basis</a:t>
            </a:r>
            <a:endParaRPr>
              <a:latin typeface="Saira ExtraCondensed SemiBold"/>
              <a:ea typeface="Saira ExtraCondensed SemiBold"/>
              <a:cs typeface="Saira ExtraCondensed SemiBold"/>
              <a:sym typeface="Saira ExtraCondensed SemiBold"/>
            </a:endParaRPr>
          </a:p>
        </p:txBody>
      </p:sp>
      <p:sp>
        <p:nvSpPr>
          <p:cNvPr id="239" name="Google Shape;239;p33"/>
          <p:cNvSpPr txBox="1"/>
          <p:nvPr>
            <p:ph idx="4294967295" type="subTitle"/>
          </p:nvPr>
        </p:nvSpPr>
        <p:spPr>
          <a:xfrm flipH="1">
            <a:off x="528300" y="1080500"/>
            <a:ext cx="36531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This defines the default size of an element before the remaining space is distributed. It can be a length (e.g. 20%, 5rem, etc.) or a keyword. The auto keyword means “look at my width or height property” (which was temporarily done by the main-size keyword until deprecated). The content keyword means “size it based on the item’s content” – this keyword isn’t well supported yet, so it’s hard to test and harder to know what its brethren max-content, min-content, and fit-content do.</a:t>
            </a:r>
            <a:endParaRPr sz="1500">
              <a:solidFill>
                <a:srgbClr val="FFFFFF"/>
              </a:solidFill>
            </a:endParaRPr>
          </a:p>
        </p:txBody>
      </p:sp>
      <p:pic>
        <p:nvPicPr>
          <p:cNvPr id="240" name="Google Shape;240;p33"/>
          <p:cNvPicPr preferRelativeResize="0"/>
          <p:nvPr/>
        </p:nvPicPr>
        <p:blipFill>
          <a:blip r:embed="rId3">
            <a:alphaModFix/>
          </a:blip>
          <a:stretch>
            <a:fillRect/>
          </a:stretch>
        </p:blipFill>
        <p:spPr>
          <a:xfrm>
            <a:off x="4780875" y="1289475"/>
            <a:ext cx="3877699" cy="2027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Flex</a:t>
            </a:r>
            <a:endParaRPr>
              <a:latin typeface="Saira ExtraCondensed SemiBold"/>
              <a:ea typeface="Saira ExtraCondensed SemiBold"/>
              <a:cs typeface="Saira ExtraCondensed SemiBold"/>
              <a:sym typeface="Saira ExtraCondensed SemiBold"/>
            </a:endParaRPr>
          </a:p>
        </p:txBody>
      </p:sp>
      <p:sp>
        <p:nvSpPr>
          <p:cNvPr id="246" name="Google Shape;246;p34"/>
          <p:cNvSpPr txBox="1"/>
          <p:nvPr>
            <p:ph idx="4294967295" type="subTitle"/>
          </p:nvPr>
        </p:nvSpPr>
        <p:spPr>
          <a:xfrm flipH="1">
            <a:off x="528400" y="1080500"/>
            <a:ext cx="7693800" cy="36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This is the shorthand for flex-grow, flex-shrink and flex-basis combined. The second and third parameters (flex-shrink and flex-basis) are optional. The default is 0 1 auto, but if you set it with a single number value, it’s like 1 0.</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.item {</a:t>
            </a:r>
            <a:endParaRPr sz="1500">
              <a:solidFill>
                <a:srgbClr val="FFFFFF"/>
              </a:solidFill>
            </a:endParaRPr>
          </a:p>
          <a:p>
            <a:pPr indent="0" lvl="0" marL="0" rtl="0" algn="l">
              <a:spcBef>
                <a:spcPts val="1600"/>
              </a:spcBef>
              <a:spcAft>
                <a:spcPts val="0"/>
              </a:spcAft>
              <a:buNone/>
            </a:pPr>
            <a:r>
              <a:rPr lang="es" sz="1500">
                <a:solidFill>
                  <a:srgbClr val="FFFFFF"/>
                </a:solidFill>
              </a:rPr>
              <a:t>  flex: none | [ &lt;'flex-grow'&gt; &lt;'flex-shrink'&gt;? || &lt;'flex-basis'&gt; ]</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Align-self</a:t>
            </a:r>
            <a:endParaRPr>
              <a:latin typeface="Saira ExtraCondensed SemiBold"/>
              <a:ea typeface="Saira ExtraCondensed SemiBold"/>
              <a:cs typeface="Saira ExtraCondensed SemiBold"/>
              <a:sym typeface="Saira ExtraCondensed SemiBold"/>
            </a:endParaRPr>
          </a:p>
        </p:txBody>
      </p:sp>
      <p:sp>
        <p:nvSpPr>
          <p:cNvPr id="252" name="Google Shape;252;p35"/>
          <p:cNvSpPr txBox="1"/>
          <p:nvPr>
            <p:ph idx="4294967295" type="subTitle"/>
          </p:nvPr>
        </p:nvSpPr>
        <p:spPr>
          <a:xfrm flipH="1">
            <a:off x="528400" y="1080500"/>
            <a:ext cx="7693800" cy="16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00">
                <a:solidFill>
                  <a:srgbClr val="FFFFFF"/>
                </a:solidFill>
              </a:rPr>
              <a:t>This allows the default alignment (or the one specified by align-items) to be overridden for individual flex items.</a:t>
            </a:r>
            <a:endParaRPr sz="1500">
              <a:solidFill>
                <a:srgbClr val="FFFFFF"/>
              </a:solidFill>
            </a:endParaRPr>
          </a:p>
          <a:p>
            <a:pPr indent="0" lvl="0" marL="0" rtl="0" algn="l">
              <a:spcBef>
                <a:spcPts val="1600"/>
              </a:spcBef>
              <a:spcAft>
                <a:spcPts val="0"/>
              </a:spcAft>
              <a:buNone/>
            </a:pPr>
            <a:r>
              <a:rPr lang="es" sz="1500">
                <a:solidFill>
                  <a:srgbClr val="FFFFFF"/>
                </a:solidFill>
              </a:rPr>
              <a:t>Please see the align-items explanation to understand the available values.</a:t>
            </a:r>
            <a:endParaRPr sz="1500">
              <a:solidFill>
                <a:srgbClr val="FFFFFF"/>
              </a:solidFill>
            </a:endParaRPr>
          </a:p>
          <a:p>
            <a:pPr indent="0" lvl="0" marL="0" rtl="0" algn="l">
              <a:spcBef>
                <a:spcPts val="1600"/>
              </a:spcBef>
              <a:spcAft>
                <a:spcPts val="1600"/>
              </a:spcAft>
              <a:buNone/>
            </a:pPr>
            <a:r>
              <a:rPr lang="es" sz="1500">
                <a:solidFill>
                  <a:srgbClr val="FFFFFF"/>
                </a:solidFill>
              </a:rPr>
              <a:t>Note that float, clear and vertical-align have no effect on a flex item.</a:t>
            </a:r>
            <a:endParaRPr sz="1500">
              <a:solidFill>
                <a:srgbClr val="FFFFFF"/>
              </a:solidFill>
            </a:endParaRPr>
          </a:p>
        </p:txBody>
      </p:sp>
      <p:pic>
        <p:nvPicPr>
          <p:cNvPr id="253" name="Google Shape;253;p35"/>
          <p:cNvPicPr preferRelativeResize="0"/>
          <p:nvPr/>
        </p:nvPicPr>
        <p:blipFill>
          <a:blip r:embed="rId3">
            <a:alphaModFix/>
          </a:blip>
          <a:stretch>
            <a:fillRect/>
          </a:stretch>
        </p:blipFill>
        <p:spPr>
          <a:xfrm>
            <a:off x="2618250" y="2811655"/>
            <a:ext cx="3907498" cy="20635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The FE Team</a:t>
            </a:r>
            <a:endParaRPr/>
          </a:p>
        </p:txBody>
      </p:sp>
      <p:sp>
        <p:nvSpPr>
          <p:cNvPr id="259" name="Google Shape;259;p36"/>
          <p:cNvSpPr txBox="1"/>
          <p:nvPr>
            <p:ph idx="4294967295" type="subTitle"/>
          </p:nvPr>
        </p:nvSpPr>
        <p:spPr>
          <a:xfrm>
            <a:off x="2004700"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Front End Developer</a:t>
            </a:r>
            <a:endParaRPr>
              <a:solidFill>
                <a:srgbClr val="FFFFFF"/>
              </a:solidFill>
            </a:endParaRPr>
          </a:p>
        </p:txBody>
      </p:sp>
      <p:sp>
        <p:nvSpPr>
          <p:cNvPr id="260" name="Google Shape;260;p36"/>
          <p:cNvSpPr txBox="1"/>
          <p:nvPr>
            <p:ph idx="4294967295" type="subTitle"/>
          </p:nvPr>
        </p:nvSpPr>
        <p:spPr>
          <a:xfrm>
            <a:off x="5635325"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chemeClr val="lt1"/>
                </a:solidFill>
              </a:rPr>
              <a:t>Front End Developer</a:t>
            </a:r>
            <a:endParaRPr>
              <a:solidFill>
                <a:srgbClr val="FFFFFF"/>
              </a:solidFill>
            </a:endParaRPr>
          </a:p>
        </p:txBody>
      </p:sp>
      <p:sp>
        <p:nvSpPr>
          <p:cNvPr id="261" name="Google Shape;261;p36"/>
          <p:cNvSpPr txBox="1"/>
          <p:nvPr>
            <p:ph type="ctrTitle"/>
          </p:nvPr>
        </p:nvSpPr>
        <p:spPr>
          <a:xfrm>
            <a:off x="3491650" y="1427150"/>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latin typeface="Saira ExtraCondensed Medium"/>
                <a:ea typeface="Saira ExtraCondensed Medium"/>
                <a:cs typeface="Saira ExtraCondensed Medium"/>
                <a:sym typeface="Saira ExtraCondensed Medium"/>
              </a:rPr>
              <a:t>IVO</a:t>
            </a:r>
            <a:br>
              <a:rPr lang="es" sz="1800">
                <a:latin typeface="Saira ExtraCondensed Medium"/>
                <a:ea typeface="Saira ExtraCondensed Medium"/>
                <a:cs typeface="Saira ExtraCondensed Medium"/>
                <a:sym typeface="Saira ExtraCondensed Medium"/>
              </a:rPr>
            </a:br>
            <a:r>
              <a:rPr lang="es" sz="1800">
                <a:latin typeface="Saira ExtraCondensed Medium"/>
                <a:ea typeface="Saira ExtraCondensed Medium"/>
                <a:cs typeface="Saira ExtraCondensed Medium"/>
                <a:sym typeface="Saira ExtraCondensed Medium"/>
              </a:rPr>
              <a:t>KOSTOVSKI</a:t>
            </a:r>
            <a:endParaRPr sz="1800">
              <a:solidFill>
                <a:srgbClr val="FFFFFF"/>
              </a:solidFill>
              <a:latin typeface="Saira ExtraCondensed Medium"/>
              <a:ea typeface="Saira ExtraCondensed Medium"/>
              <a:cs typeface="Saira ExtraCondensed Medium"/>
              <a:sym typeface="Saira ExtraCondensed Medium"/>
            </a:endParaRPr>
          </a:p>
        </p:txBody>
      </p:sp>
      <p:sp>
        <p:nvSpPr>
          <p:cNvPr id="262" name="Google Shape;262;p36"/>
          <p:cNvSpPr txBox="1"/>
          <p:nvPr>
            <p:ph idx="4294967295" type="ctrTitle"/>
          </p:nvPr>
        </p:nvSpPr>
        <p:spPr>
          <a:xfrm>
            <a:off x="7115450" y="1417525"/>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solidFill>
                  <a:srgbClr val="FFFFFF"/>
                </a:solidFill>
                <a:latin typeface="Saira ExtraCondensed Medium"/>
                <a:ea typeface="Saira ExtraCondensed Medium"/>
                <a:cs typeface="Saira ExtraCondensed Medium"/>
                <a:sym typeface="Saira ExtraCondensed Medium"/>
              </a:rPr>
              <a:t>GjORGE</a:t>
            </a:r>
            <a:br>
              <a:rPr lang="es" sz="1800">
                <a:solidFill>
                  <a:srgbClr val="FFFFFF"/>
                </a:solidFill>
                <a:latin typeface="Saira ExtraCondensed Medium"/>
                <a:ea typeface="Saira ExtraCondensed Medium"/>
                <a:cs typeface="Saira ExtraCondensed Medium"/>
                <a:sym typeface="Saira ExtraCondensed Medium"/>
              </a:rPr>
            </a:br>
            <a:r>
              <a:rPr lang="es" sz="1800">
                <a:solidFill>
                  <a:srgbClr val="FFFFFF"/>
                </a:solidFill>
                <a:latin typeface="Saira ExtraCondensed Medium"/>
                <a:ea typeface="Saira ExtraCondensed Medium"/>
                <a:cs typeface="Saira ExtraCondensed Medium"/>
                <a:sym typeface="Saira ExtraCondensed Medium"/>
              </a:rPr>
              <a:t>DIMITROV</a:t>
            </a:r>
            <a:endParaRPr sz="1800">
              <a:solidFill>
                <a:srgbClr val="FFFFFF"/>
              </a:solidFill>
              <a:latin typeface="Saira ExtraCondensed Medium"/>
              <a:ea typeface="Saira ExtraCondensed Medium"/>
              <a:cs typeface="Saira ExtraCondensed Medium"/>
              <a:sym typeface="Saira ExtraCondensed Medium"/>
            </a:endParaRPr>
          </a:p>
        </p:txBody>
      </p:sp>
      <p:cxnSp>
        <p:nvCxnSpPr>
          <p:cNvPr id="263" name="Google Shape;263;p36"/>
          <p:cNvCxnSpPr/>
          <p:nvPr/>
        </p:nvCxnSpPr>
        <p:spPr>
          <a:xfrm>
            <a:off x="1961050" y="3491725"/>
            <a:ext cx="0" cy="597300"/>
          </a:xfrm>
          <a:prstGeom prst="straightConnector1">
            <a:avLst/>
          </a:prstGeom>
          <a:noFill/>
          <a:ln cap="flat" cmpd="sng" w="19050">
            <a:solidFill>
              <a:srgbClr val="FFFFFF"/>
            </a:solidFill>
            <a:prstDash val="solid"/>
            <a:round/>
            <a:headEnd len="med" w="med" type="none"/>
            <a:tailEnd len="med" w="med" type="none"/>
          </a:ln>
        </p:spPr>
      </p:cxnSp>
      <p:cxnSp>
        <p:nvCxnSpPr>
          <p:cNvPr id="264" name="Google Shape;264;p36"/>
          <p:cNvCxnSpPr/>
          <p:nvPr/>
        </p:nvCxnSpPr>
        <p:spPr>
          <a:xfrm>
            <a:off x="5564225" y="3491725"/>
            <a:ext cx="0" cy="597300"/>
          </a:xfrm>
          <a:prstGeom prst="straightConnector1">
            <a:avLst/>
          </a:prstGeom>
          <a:noFill/>
          <a:ln cap="flat" cmpd="sng" w="19050">
            <a:solidFill>
              <a:srgbClr val="FFFFFF"/>
            </a:solidFill>
            <a:prstDash val="solid"/>
            <a:round/>
            <a:headEnd len="med" w="med" type="none"/>
            <a:tailEnd len="med" w="med" type="none"/>
          </a:ln>
        </p:spPr>
      </p:cxnSp>
      <p:pic>
        <p:nvPicPr>
          <p:cNvPr id="265" name="Google Shape;265;p36"/>
          <p:cNvPicPr preferRelativeResize="0"/>
          <p:nvPr/>
        </p:nvPicPr>
        <p:blipFill>
          <a:blip r:embed="rId3">
            <a:alphaModFix/>
          </a:blip>
          <a:stretch>
            <a:fillRect/>
          </a:stretch>
        </p:blipFill>
        <p:spPr>
          <a:xfrm>
            <a:off x="1671650" y="1339550"/>
            <a:ext cx="2464401" cy="2464401"/>
          </a:xfrm>
          <a:prstGeom prst="rect">
            <a:avLst/>
          </a:prstGeom>
          <a:noFill/>
          <a:ln>
            <a:noFill/>
          </a:ln>
        </p:spPr>
      </p:pic>
      <p:pic>
        <p:nvPicPr>
          <p:cNvPr id="266" name="Google Shape;266;p36"/>
          <p:cNvPicPr preferRelativeResize="0"/>
          <p:nvPr/>
        </p:nvPicPr>
        <p:blipFill>
          <a:blip r:embed="rId3">
            <a:alphaModFix/>
          </a:blip>
          <a:stretch>
            <a:fillRect/>
          </a:stretch>
        </p:blipFill>
        <p:spPr>
          <a:xfrm>
            <a:off x="5239675" y="1427150"/>
            <a:ext cx="2464401" cy="2464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s"/>
              <a:t>THANKS</a:t>
            </a:r>
            <a:endParaRPr/>
          </a:p>
        </p:txBody>
      </p:sp>
      <p:sp>
        <p:nvSpPr>
          <p:cNvPr id="272" name="Google Shape;272;p37"/>
          <p:cNvSpPr txBox="1"/>
          <p:nvPr>
            <p:ph idx="1" type="subTitle"/>
          </p:nvPr>
        </p:nvSpPr>
        <p:spPr>
          <a:xfrm flipH="1">
            <a:off x="1740578" y="2806650"/>
            <a:ext cx="2933400" cy="972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s"/>
              <a:t>Does anyone have any questions?</a:t>
            </a:r>
            <a:endParaRPr/>
          </a:p>
          <a:p>
            <a:pPr indent="0" lvl="0" marL="0" rtl="0" algn="r">
              <a:spcBef>
                <a:spcPts val="0"/>
              </a:spcBef>
              <a:spcAft>
                <a:spcPts val="0"/>
              </a:spcAft>
              <a:buClr>
                <a:schemeClr val="dk1"/>
              </a:buClr>
              <a:buSzPts val="1100"/>
              <a:buFont typeface="Arial"/>
              <a:buNone/>
            </a:pPr>
            <a:r>
              <a:t/>
            </a:r>
            <a:endParaRPr/>
          </a:p>
          <a:p>
            <a:pPr indent="0" lvl="0" marL="0" rtl="0" algn="r">
              <a:spcBef>
                <a:spcPts val="0"/>
              </a:spcBef>
              <a:spcAft>
                <a:spcPts val="0"/>
              </a:spcAft>
              <a:buClr>
                <a:schemeClr val="dk1"/>
              </a:buClr>
              <a:buSzPts val="1100"/>
              <a:buFont typeface="Arial"/>
              <a:buNone/>
            </a:pPr>
            <a:r>
              <a:rPr lang="es"/>
              <a:t>ivo.kostovski@gmail.com </a:t>
            </a:r>
            <a:endParaRPr/>
          </a:p>
        </p:txBody>
      </p:sp>
      <p:pic>
        <p:nvPicPr>
          <p:cNvPr id="273" name="Google Shape;273;p37"/>
          <p:cNvPicPr preferRelativeResize="0"/>
          <p:nvPr/>
        </p:nvPicPr>
        <p:blipFill>
          <a:blip r:embed="rId3">
            <a:alphaModFix/>
          </a:blip>
          <a:stretch>
            <a:fillRect/>
          </a:stretch>
        </p:blipFill>
        <p:spPr>
          <a:xfrm>
            <a:off x="5367850" y="1610101"/>
            <a:ext cx="2880101" cy="2536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sometric Gradient Social Media Strategy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