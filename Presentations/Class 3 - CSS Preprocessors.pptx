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Fira Sans Extra Condensed Medium"/>
      <p:regular r:id="rId20"/>
      <p:bold r:id="rId21"/>
      <p:italic r:id="rId22"/>
      <p:boldItalic r:id="rId23"/>
    </p:embeddedFont>
    <p:embeddedFont>
      <p:font typeface="Squada One"/>
      <p:regular r:id="rId24"/>
    </p:embeddedFont>
    <p:embeddedFont>
      <p:font typeface="Barlow Semi Condensed"/>
      <p:regular r:id="rId25"/>
      <p:bold r:id="rId26"/>
      <p:italic r:id="rId27"/>
      <p:boldItalic r:id="rId28"/>
    </p:embeddedFont>
    <p:embeddedFont>
      <p:font typeface="Roboto Slab Regular"/>
      <p:regular r:id="rId29"/>
      <p:bold r:id="rId30"/>
    </p:embeddedFont>
    <p:embeddedFont>
      <p:font typeface="Saira ExtraCondensed SemiBold"/>
      <p:regular r:id="rId31"/>
      <p:bold r:id="rId32"/>
    </p:embeddedFont>
    <p:embeddedFont>
      <p:font typeface="Saira ExtraCondensed Medium"/>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raSansExtraCondensedMedium-regular.fntdata"/><Relationship Id="rId22" Type="http://schemas.openxmlformats.org/officeDocument/2006/relationships/font" Target="fonts/FiraSansExtraCondensedMedium-italic.fntdata"/><Relationship Id="rId21" Type="http://schemas.openxmlformats.org/officeDocument/2006/relationships/font" Target="fonts/FiraSansExtraCondensedMedium-bold.fntdata"/><Relationship Id="rId24" Type="http://schemas.openxmlformats.org/officeDocument/2006/relationships/font" Target="fonts/SquadaOne-regular.fntdata"/><Relationship Id="rId23" Type="http://schemas.openxmlformats.org/officeDocument/2006/relationships/font" Target="fonts/FiraSansExtraCondensed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arlowSemiCondensed-bold.fntdata"/><Relationship Id="rId25" Type="http://schemas.openxmlformats.org/officeDocument/2006/relationships/font" Target="fonts/BarlowSemiCondensed-regular.fntdata"/><Relationship Id="rId28" Type="http://schemas.openxmlformats.org/officeDocument/2006/relationships/font" Target="fonts/BarlowSemiCondensed-boldItalic.fntdata"/><Relationship Id="rId27" Type="http://schemas.openxmlformats.org/officeDocument/2006/relationships/font" Target="fonts/BarlowSemiCondense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SlabRegular-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airaExtraCondensedSemiBold-regular.fntdata"/><Relationship Id="rId30" Type="http://schemas.openxmlformats.org/officeDocument/2006/relationships/font" Target="fonts/RobotoSlabRegular-bold.fntdata"/><Relationship Id="rId11" Type="http://schemas.openxmlformats.org/officeDocument/2006/relationships/slide" Target="slides/slide6.xml"/><Relationship Id="rId33" Type="http://schemas.openxmlformats.org/officeDocument/2006/relationships/font" Target="fonts/SairaExtraCondensedMedium-regular.fntdata"/><Relationship Id="rId10" Type="http://schemas.openxmlformats.org/officeDocument/2006/relationships/slide" Target="slides/slide5.xml"/><Relationship Id="rId32" Type="http://schemas.openxmlformats.org/officeDocument/2006/relationships/font" Target="fonts/SairaExtraCondensedSemiBold-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SairaExtraCondensedMedium-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a0533f27fa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a0533f27fa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9b9941afe8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9b9941afe8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a0533f27fa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a0533f27fa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a05349e00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a05349e00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a05349e00a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a05349e00a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a05349e00a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a05349e00a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a05349e00a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a05349e00a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a0533f27f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a0533f27f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a0533f27fa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a0533f27fa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a0533f27fa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a0533f27fa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a05349e00a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a05349e00a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a0533f240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a0533f240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a0533f240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a0533f240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TLE OPENING" type="title">
  <p:cSld name="TITLE">
    <p:bg>
      <p:bgPr>
        <a:gradFill>
          <a:gsLst>
            <a:gs pos="0">
              <a:srgbClr val="10D6B6">
                <a:alpha val="70588"/>
              </a:srgbClr>
            </a:gs>
            <a:gs pos="100000">
              <a:srgbClr val="7337D4"/>
            </a:gs>
          </a:gsLst>
          <a:lin ang="0" scaled="0"/>
        </a:gradFill>
      </p:bgPr>
    </p:bg>
    <p:spTree>
      <p:nvGrpSpPr>
        <p:cNvPr id="9" name="Shape 9"/>
        <p:cNvGrpSpPr/>
        <p:nvPr/>
      </p:nvGrpSpPr>
      <p:grpSpPr>
        <a:xfrm>
          <a:off x="0" y="0"/>
          <a:ext cx="0" cy="0"/>
          <a:chOff x="0" y="0"/>
          <a:chExt cx="0" cy="0"/>
        </a:xfrm>
      </p:grpSpPr>
      <p:sp>
        <p:nvSpPr>
          <p:cNvPr id="10" name="Google Shape;10;p2"/>
          <p:cNvSpPr/>
          <p:nvPr/>
        </p:nvSpPr>
        <p:spPr>
          <a:xfrm>
            <a:off x="18639" y="1507984"/>
            <a:ext cx="176" cy="172"/>
          </a:xfrm>
          <a:custGeom>
            <a:rect b="b" l="l" r="r" t="t"/>
            <a:pathLst>
              <a:path extrusionOk="0" h="1" w="1">
                <a:moveTo>
                  <a:pt x="0" y="0"/>
                </a:moveTo>
                <a:lnTo>
                  <a:pt x="0" y="0"/>
                </a:lnTo>
                <a:lnTo>
                  <a:pt x="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18639" y="2419108"/>
            <a:ext cx="176" cy="172"/>
          </a:xfrm>
          <a:custGeom>
            <a:rect b="b" l="l" r="r" t="t"/>
            <a:pathLst>
              <a:path extrusionOk="0" h="1" w="1">
                <a:moveTo>
                  <a:pt x="0" y="0"/>
                </a:moveTo>
                <a:lnTo>
                  <a:pt x="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1144517" y="9122"/>
            <a:ext cx="176" cy="172"/>
          </a:xfrm>
          <a:custGeom>
            <a:rect b="b" l="l" r="r" t="t"/>
            <a:pathLst>
              <a:path extrusionOk="0" h="1" w="1">
                <a:moveTo>
                  <a:pt x="0" y="1"/>
                </a:moveTo>
                <a:lnTo>
                  <a:pt x="0" y="1"/>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a:off x="1144517" y="9122"/>
            <a:ext cx="176" cy="172"/>
          </a:xfrm>
          <a:custGeom>
            <a:rect b="b" l="l" r="r" t="t"/>
            <a:pathLst>
              <a:path extrusionOk="0" h="1" w="1">
                <a:moveTo>
                  <a:pt x="0" y="1"/>
                </a:moveTo>
                <a:lnTo>
                  <a:pt x="0" y="1"/>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txBox="1"/>
          <p:nvPr>
            <p:ph type="ctrTitle"/>
          </p:nvPr>
        </p:nvSpPr>
        <p:spPr>
          <a:xfrm flipH="1">
            <a:off x="1144850" y="2646075"/>
            <a:ext cx="3394200" cy="6705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6000"/>
              <a:buNone/>
              <a:defRPr sz="6000">
                <a:solidFill>
                  <a:srgbClr val="FFFFFF"/>
                </a:solidFill>
              </a:defRPr>
            </a:lvl1pPr>
            <a:lvl2pPr lvl="1" rtl="0">
              <a:spcBef>
                <a:spcPts val="0"/>
              </a:spcBef>
              <a:spcAft>
                <a:spcPts val="0"/>
              </a:spcAft>
              <a:buClr>
                <a:srgbClr val="FFFFFF"/>
              </a:buClr>
              <a:buSzPts val="5200"/>
              <a:buNone/>
              <a:defRPr sz="5200">
                <a:solidFill>
                  <a:srgbClr val="FFFFFF"/>
                </a:solidFill>
              </a:defRPr>
            </a:lvl2pPr>
            <a:lvl3pPr lvl="2" rtl="0">
              <a:spcBef>
                <a:spcPts val="0"/>
              </a:spcBef>
              <a:spcAft>
                <a:spcPts val="0"/>
              </a:spcAft>
              <a:buClr>
                <a:srgbClr val="FFFFFF"/>
              </a:buClr>
              <a:buSzPts val="5200"/>
              <a:buNone/>
              <a:defRPr sz="5200">
                <a:solidFill>
                  <a:srgbClr val="FFFFFF"/>
                </a:solidFill>
              </a:defRPr>
            </a:lvl3pPr>
            <a:lvl4pPr lvl="3" rtl="0">
              <a:spcBef>
                <a:spcPts val="0"/>
              </a:spcBef>
              <a:spcAft>
                <a:spcPts val="0"/>
              </a:spcAft>
              <a:buClr>
                <a:srgbClr val="FFFFFF"/>
              </a:buClr>
              <a:buSzPts val="5200"/>
              <a:buNone/>
              <a:defRPr sz="5200">
                <a:solidFill>
                  <a:srgbClr val="FFFFFF"/>
                </a:solidFill>
              </a:defRPr>
            </a:lvl4pPr>
            <a:lvl5pPr lvl="4" rtl="0">
              <a:spcBef>
                <a:spcPts val="0"/>
              </a:spcBef>
              <a:spcAft>
                <a:spcPts val="0"/>
              </a:spcAft>
              <a:buClr>
                <a:srgbClr val="FFFFFF"/>
              </a:buClr>
              <a:buSzPts val="5200"/>
              <a:buNone/>
              <a:defRPr sz="5200">
                <a:solidFill>
                  <a:srgbClr val="FFFFFF"/>
                </a:solidFill>
              </a:defRPr>
            </a:lvl5pPr>
            <a:lvl6pPr lvl="5" rtl="0">
              <a:spcBef>
                <a:spcPts val="0"/>
              </a:spcBef>
              <a:spcAft>
                <a:spcPts val="0"/>
              </a:spcAft>
              <a:buClr>
                <a:srgbClr val="FFFFFF"/>
              </a:buClr>
              <a:buSzPts val="5200"/>
              <a:buNone/>
              <a:defRPr sz="5200">
                <a:solidFill>
                  <a:srgbClr val="FFFFFF"/>
                </a:solidFill>
              </a:defRPr>
            </a:lvl6pPr>
            <a:lvl7pPr lvl="6" rtl="0">
              <a:spcBef>
                <a:spcPts val="0"/>
              </a:spcBef>
              <a:spcAft>
                <a:spcPts val="0"/>
              </a:spcAft>
              <a:buClr>
                <a:srgbClr val="FFFFFF"/>
              </a:buClr>
              <a:buSzPts val="5200"/>
              <a:buNone/>
              <a:defRPr sz="5200">
                <a:solidFill>
                  <a:srgbClr val="FFFFFF"/>
                </a:solidFill>
              </a:defRPr>
            </a:lvl7pPr>
            <a:lvl8pPr lvl="7" rtl="0">
              <a:spcBef>
                <a:spcPts val="0"/>
              </a:spcBef>
              <a:spcAft>
                <a:spcPts val="0"/>
              </a:spcAft>
              <a:buClr>
                <a:srgbClr val="FFFFFF"/>
              </a:buClr>
              <a:buSzPts val="5200"/>
              <a:buNone/>
              <a:defRPr sz="5200">
                <a:solidFill>
                  <a:srgbClr val="FFFFFF"/>
                </a:solidFill>
              </a:defRPr>
            </a:lvl8pPr>
            <a:lvl9pPr lvl="8" rtl="0">
              <a:spcBef>
                <a:spcPts val="0"/>
              </a:spcBef>
              <a:spcAft>
                <a:spcPts val="0"/>
              </a:spcAft>
              <a:buClr>
                <a:srgbClr val="FFFFFF"/>
              </a:buClr>
              <a:buSzPts val="5200"/>
              <a:buNone/>
              <a:defRPr sz="5200">
                <a:solidFill>
                  <a:srgbClr val="FFFFFF"/>
                </a:solidFill>
              </a:defRPr>
            </a:lvl9pPr>
          </a:lstStyle>
          <a:p/>
        </p:txBody>
      </p:sp>
      <p:sp>
        <p:nvSpPr>
          <p:cNvPr id="15" name="Google Shape;15;p2"/>
          <p:cNvSpPr txBox="1"/>
          <p:nvPr>
            <p:ph idx="1" type="subTitle"/>
          </p:nvPr>
        </p:nvSpPr>
        <p:spPr>
          <a:xfrm flipH="1">
            <a:off x="1144700" y="3316575"/>
            <a:ext cx="1934400" cy="67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None/>
              <a:defRPr sz="1400">
                <a:solidFill>
                  <a:srgbClr val="FFFFFF"/>
                </a:solidFill>
              </a:defRPr>
            </a:lvl1pPr>
            <a:lvl2pPr lvl="1" rtl="0">
              <a:lnSpc>
                <a:spcPct val="100000"/>
              </a:lnSpc>
              <a:spcBef>
                <a:spcPts val="0"/>
              </a:spcBef>
              <a:spcAft>
                <a:spcPts val="0"/>
              </a:spcAft>
              <a:buClr>
                <a:srgbClr val="FFFFFF"/>
              </a:buClr>
              <a:buSzPts val="1400"/>
              <a:buNone/>
              <a:defRPr sz="1400">
                <a:solidFill>
                  <a:srgbClr val="FFFFFF"/>
                </a:solidFill>
              </a:defRPr>
            </a:lvl2pPr>
            <a:lvl3pPr lvl="2" rtl="0">
              <a:lnSpc>
                <a:spcPct val="100000"/>
              </a:lnSpc>
              <a:spcBef>
                <a:spcPts val="0"/>
              </a:spcBef>
              <a:spcAft>
                <a:spcPts val="0"/>
              </a:spcAft>
              <a:buClr>
                <a:srgbClr val="FFFFFF"/>
              </a:buClr>
              <a:buSzPts val="1400"/>
              <a:buNone/>
              <a:defRPr sz="1400">
                <a:solidFill>
                  <a:srgbClr val="FFFFFF"/>
                </a:solidFill>
              </a:defRPr>
            </a:lvl3pPr>
            <a:lvl4pPr lvl="3" rtl="0">
              <a:lnSpc>
                <a:spcPct val="100000"/>
              </a:lnSpc>
              <a:spcBef>
                <a:spcPts val="0"/>
              </a:spcBef>
              <a:spcAft>
                <a:spcPts val="0"/>
              </a:spcAft>
              <a:buClr>
                <a:srgbClr val="FFFFFF"/>
              </a:buClr>
              <a:buSzPts val="1400"/>
              <a:buNone/>
              <a:defRPr sz="1400">
                <a:solidFill>
                  <a:srgbClr val="FFFFFF"/>
                </a:solidFill>
              </a:defRPr>
            </a:lvl4pPr>
            <a:lvl5pPr lvl="4" rtl="0">
              <a:lnSpc>
                <a:spcPct val="100000"/>
              </a:lnSpc>
              <a:spcBef>
                <a:spcPts val="0"/>
              </a:spcBef>
              <a:spcAft>
                <a:spcPts val="0"/>
              </a:spcAft>
              <a:buClr>
                <a:srgbClr val="FFFFFF"/>
              </a:buClr>
              <a:buSzPts val="1400"/>
              <a:buNone/>
              <a:defRPr sz="1400">
                <a:solidFill>
                  <a:srgbClr val="FFFFFF"/>
                </a:solidFill>
              </a:defRPr>
            </a:lvl5pPr>
            <a:lvl6pPr lvl="5" rtl="0">
              <a:lnSpc>
                <a:spcPct val="100000"/>
              </a:lnSpc>
              <a:spcBef>
                <a:spcPts val="0"/>
              </a:spcBef>
              <a:spcAft>
                <a:spcPts val="0"/>
              </a:spcAft>
              <a:buClr>
                <a:srgbClr val="FFFFFF"/>
              </a:buClr>
              <a:buSzPts val="1400"/>
              <a:buNone/>
              <a:defRPr sz="1400">
                <a:solidFill>
                  <a:srgbClr val="FFFFFF"/>
                </a:solidFill>
              </a:defRPr>
            </a:lvl6pPr>
            <a:lvl7pPr lvl="6" rtl="0">
              <a:lnSpc>
                <a:spcPct val="100000"/>
              </a:lnSpc>
              <a:spcBef>
                <a:spcPts val="0"/>
              </a:spcBef>
              <a:spcAft>
                <a:spcPts val="0"/>
              </a:spcAft>
              <a:buClr>
                <a:srgbClr val="FFFFFF"/>
              </a:buClr>
              <a:buSzPts val="1400"/>
              <a:buNone/>
              <a:defRPr sz="1400">
                <a:solidFill>
                  <a:srgbClr val="FFFFFF"/>
                </a:solidFill>
              </a:defRPr>
            </a:lvl7pPr>
            <a:lvl8pPr lvl="7" rtl="0">
              <a:lnSpc>
                <a:spcPct val="100000"/>
              </a:lnSpc>
              <a:spcBef>
                <a:spcPts val="0"/>
              </a:spcBef>
              <a:spcAft>
                <a:spcPts val="0"/>
              </a:spcAft>
              <a:buClr>
                <a:srgbClr val="FFFFFF"/>
              </a:buClr>
              <a:buSzPts val="1400"/>
              <a:buNone/>
              <a:defRPr sz="1400">
                <a:solidFill>
                  <a:srgbClr val="FFFFFF"/>
                </a:solidFill>
              </a:defRPr>
            </a:lvl8pPr>
            <a:lvl9pPr lvl="8" rtl="0">
              <a:lnSpc>
                <a:spcPct val="100000"/>
              </a:lnSpc>
              <a:spcBef>
                <a:spcPts val="0"/>
              </a:spcBef>
              <a:spcAft>
                <a:spcPts val="0"/>
              </a:spcAft>
              <a:buClr>
                <a:srgbClr val="FFFFFF"/>
              </a:buClr>
              <a:buSzPts val="1400"/>
              <a:buNone/>
              <a:defRPr sz="1400">
                <a:solidFill>
                  <a:srgbClr val="FFFFFF"/>
                </a:solidFill>
              </a:defRPr>
            </a:lvl9pPr>
          </a:lstStyle>
          <a:p/>
        </p:txBody>
      </p:sp>
      <p:cxnSp>
        <p:nvCxnSpPr>
          <p:cNvPr id="16" name="Google Shape;16;p2"/>
          <p:cNvCxnSpPr/>
          <p:nvPr/>
        </p:nvCxnSpPr>
        <p:spPr>
          <a:xfrm>
            <a:off x="1257850" y="3246250"/>
            <a:ext cx="464100" cy="0"/>
          </a:xfrm>
          <a:prstGeom prst="straightConnector1">
            <a:avLst/>
          </a:prstGeom>
          <a:noFill/>
          <a:ln cap="flat" cmpd="sng" w="19050">
            <a:solidFill>
              <a:srgbClr val="FFFFFF"/>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type="titleOnly">
  <p:cSld name="TITLE_ONLY">
    <p:bg>
      <p:bgPr>
        <a:gradFill>
          <a:gsLst>
            <a:gs pos="0">
              <a:srgbClr val="10D6B6">
                <a:alpha val="70588"/>
              </a:srgbClr>
            </a:gs>
            <a:gs pos="100000">
              <a:srgbClr val="7337D4"/>
            </a:gs>
          </a:gsLst>
          <a:lin ang="0" scaled="0"/>
        </a:gradFill>
      </p:bgPr>
    </p:bg>
    <p:spTree>
      <p:nvGrpSpPr>
        <p:cNvPr id="17" name="Shape 17"/>
        <p:cNvGrpSpPr/>
        <p:nvPr/>
      </p:nvGrpSpPr>
      <p:grpSpPr>
        <a:xfrm>
          <a:off x="0" y="0"/>
          <a:ext cx="0" cy="0"/>
          <a:chOff x="0" y="0"/>
          <a:chExt cx="0" cy="0"/>
        </a:xfrm>
      </p:grpSpPr>
      <p:sp>
        <p:nvSpPr>
          <p:cNvPr id="18" name="Google Shape;18;p3"/>
          <p:cNvSpPr/>
          <p:nvPr/>
        </p:nvSpPr>
        <p:spPr>
          <a:xfrm>
            <a:off x="1165500" y="1838375"/>
            <a:ext cx="3343800" cy="26841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4641650" y="1838375"/>
            <a:ext cx="3343800" cy="26841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txBox="1"/>
          <p:nvPr>
            <p:ph idx="1" type="subTitle"/>
          </p:nvPr>
        </p:nvSpPr>
        <p:spPr>
          <a:xfrm>
            <a:off x="1552731" y="3050500"/>
            <a:ext cx="2797200" cy="111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FFFFF"/>
              </a:buClr>
              <a:buSzPts val="1200"/>
              <a:buNone/>
              <a:defRPr>
                <a:solidFill>
                  <a:srgbClr val="FFFFFF"/>
                </a:solidFill>
              </a:defRPr>
            </a:lvl1pPr>
            <a:lvl2pPr lvl="1" rtl="0" algn="r">
              <a:lnSpc>
                <a:spcPct val="100000"/>
              </a:lnSpc>
              <a:spcBef>
                <a:spcPts val="0"/>
              </a:spcBef>
              <a:spcAft>
                <a:spcPts val="0"/>
              </a:spcAft>
              <a:buClr>
                <a:srgbClr val="FFFFFF"/>
              </a:buClr>
              <a:buSzPts val="1200"/>
              <a:buNone/>
              <a:defRPr>
                <a:solidFill>
                  <a:srgbClr val="FFFFFF"/>
                </a:solidFill>
              </a:defRPr>
            </a:lvl2pPr>
            <a:lvl3pPr lvl="2" rtl="0" algn="r">
              <a:lnSpc>
                <a:spcPct val="100000"/>
              </a:lnSpc>
              <a:spcBef>
                <a:spcPts val="0"/>
              </a:spcBef>
              <a:spcAft>
                <a:spcPts val="0"/>
              </a:spcAft>
              <a:buClr>
                <a:srgbClr val="FFFFFF"/>
              </a:buClr>
              <a:buSzPts val="1200"/>
              <a:buNone/>
              <a:defRPr>
                <a:solidFill>
                  <a:srgbClr val="FFFFFF"/>
                </a:solidFill>
              </a:defRPr>
            </a:lvl3pPr>
            <a:lvl4pPr lvl="3" rtl="0" algn="r">
              <a:lnSpc>
                <a:spcPct val="100000"/>
              </a:lnSpc>
              <a:spcBef>
                <a:spcPts val="0"/>
              </a:spcBef>
              <a:spcAft>
                <a:spcPts val="0"/>
              </a:spcAft>
              <a:buClr>
                <a:srgbClr val="FFFFFF"/>
              </a:buClr>
              <a:buSzPts val="1200"/>
              <a:buNone/>
              <a:defRPr>
                <a:solidFill>
                  <a:srgbClr val="FFFFFF"/>
                </a:solidFill>
              </a:defRPr>
            </a:lvl4pPr>
            <a:lvl5pPr lvl="4" rtl="0" algn="r">
              <a:lnSpc>
                <a:spcPct val="100000"/>
              </a:lnSpc>
              <a:spcBef>
                <a:spcPts val="0"/>
              </a:spcBef>
              <a:spcAft>
                <a:spcPts val="0"/>
              </a:spcAft>
              <a:buClr>
                <a:srgbClr val="FFFFFF"/>
              </a:buClr>
              <a:buSzPts val="1200"/>
              <a:buNone/>
              <a:defRPr>
                <a:solidFill>
                  <a:srgbClr val="FFFFFF"/>
                </a:solidFill>
              </a:defRPr>
            </a:lvl5pPr>
            <a:lvl6pPr lvl="5" rtl="0" algn="r">
              <a:lnSpc>
                <a:spcPct val="100000"/>
              </a:lnSpc>
              <a:spcBef>
                <a:spcPts val="0"/>
              </a:spcBef>
              <a:spcAft>
                <a:spcPts val="0"/>
              </a:spcAft>
              <a:buClr>
                <a:srgbClr val="FFFFFF"/>
              </a:buClr>
              <a:buSzPts val="1200"/>
              <a:buNone/>
              <a:defRPr>
                <a:solidFill>
                  <a:srgbClr val="FFFFFF"/>
                </a:solidFill>
              </a:defRPr>
            </a:lvl6pPr>
            <a:lvl7pPr lvl="6" rtl="0" algn="r">
              <a:lnSpc>
                <a:spcPct val="100000"/>
              </a:lnSpc>
              <a:spcBef>
                <a:spcPts val="0"/>
              </a:spcBef>
              <a:spcAft>
                <a:spcPts val="0"/>
              </a:spcAft>
              <a:buClr>
                <a:srgbClr val="FFFFFF"/>
              </a:buClr>
              <a:buSzPts val="1200"/>
              <a:buNone/>
              <a:defRPr>
                <a:solidFill>
                  <a:srgbClr val="FFFFFF"/>
                </a:solidFill>
              </a:defRPr>
            </a:lvl7pPr>
            <a:lvl8pPr lvl="7" rtl="0" algn="r">
              <a:lnSpc>
                <a:spcPct val="100000"/>
              </a:lnSpc>
              <a:spcBef>
                <a:spcPts val="0"/>
              </a:spcBef>
              <a:spcAft>
                <a:spcPts val="0"/>
              </a:spcAft>
              <a:buClr>
                <a:srgbClr val="FFFFFF"/>
              </a:buClr>
              <a:buSzPts val="1200"/>
              <a:buNone/>
              <a:defRPr>
                <a:solidFill>
                  <a:srgbClr val="FFFFFF"/>
                </a:solidFill>
              </a:defRPr>
            </a:lvl8pPr>
            <a:lvl9pPr lvl="8" rtl="0" algn="r">
              <a:lnSpc>
                <a:spcPct val="100000"/>
              </a:lnSpc>
              <a:spcBef>
                <a:spcPts val="0"/>
              </a:spcBef>
              <a:spcAft>
                <a:spcPts val="0"/>
              </a:spcAft>
              <a:buClr>
                <a:srgbClr val="FFFFFF"/>
              </a:buClr>
              <a:buSzPts val="1200"/>
              <a:buNone/>
              <a:defRPr>
                <a:solidFill>
                  <a:srgbClr val="FFFFFF"/>
                </a:solidFill>
              </a:defRPr>
            </a:lvl9pPr>
          </a:lstStyle>
          <a:p/>
        </p:txBody>
      </p:sp>
      <p:sp>
        <p:nvSpPr>
          <p:cNvPr id="21" name="Google Shape;21;p3"/>
          <p:cNvSpPr txBox="1"/>
          <p:nvPr>
            <p:ph idx="2" type="subTitle"/>
          </p:nvPr>
        </p:nvSpPr>
        <p:spPr>
          <a:xfrm>
            <a:off x="4794050" y="3050500"/>
            <a:ext cx="27972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22" name="Google Shape;22;p3"/>
          <p:cNvSpPr txBox="1"/>
          <p:nvPr>
            <p:ph type="ctrTitle"/>
          </p:nvPr>
        </p:nvSpPr>
        <p:spPr>
          <a:xfrm>
            <a:off x="1552731" y="2457900"/>
            <a:ext cx="27972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1pPr>
            <a:lvl2pPr lvl="1"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2pPr>
            <a:lvl3pPr lvl="2"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3pPr>
            <a:lvl4pPr lvl="3"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4pPr>
            <a:lvl5pPr lvl="4"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5pPr>
            <a:lvl6pPr lvl="5"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6pPr>
            <a:lvl7pPr lvl="6"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7pPr>
            <a:lvl8pPr lvl="7"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8pPr>
            <a:lvl9pPr lvl="8"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9pPr>
          </a:lstStyle>
          <a:p/>
        </p:txBody>
      </p:sp>
      <p:sp>
        <p:nvSpPr>
          <p:cNvPr id="23" name="Google Shape;23;p3"/>
          <p:cNvSpPr txBox="1"/>
          <p:nvPr>
            <p:ph idx="3" type="ctrTitle"/>
          </p:nvPr>
        </p:nvSpPr>
        <p:spPr>
          <a:xfrm>
            <a:off x="4794050" y="2457900"/>
            <a:ext cx="27972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1pPr>
            <a:lvl2pPr lvl="1"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2pPr>
            <a:lvl3pPr lvl="2"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3pPr>
            <a:lvl4pPr lvl="3"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4pPr>
            <a:lvl5pPr lvl="4"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5pPr>
            <a:lvl6pPr lvl="5"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6pPr>
            <a:lvl7pPr lvl="6"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7pPr>
            <a:lvl8pPr lvl="7"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8pPr>
            <a:lvl9pPr lvl="8"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9pPr>
          </a:lstStyle>
          <a:p/>
        </p:txBody>
      </p:sp>
      <p:sp>
        <p:nvSpPr>
          <p:cNvPr id="24" name="Google Shape;24;p3"/>
          <p:cNvSpPr txBox="1"/>
          <p:nvPr>
            <p:ph idx="4" type="ctrTitle"/>
          </p:nvPr>
        </p:nvSpPr>
        <p:spPr>
          <a:xfrm>
            <a:off x="1000125" y="134800"/>
            <a:ext cx="71439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25" name="Google Shape;25;p3"/>
          <p:cNvCxnSpPr>
            <a:stCxn id="24" idx="2"/>
          </p:cNvCxnSpPr>
          <p:nvPr/>
        </p:nvCxnSpPr>
        <p:spPr>
          <a:xfrm>
            <a:off x="4572075" y="986500"/>
            <a:ext cx="45756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620">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
  <p:cSld name="CUSTOM_1_1">
    <p:bg>
      <p:bgPr>
        <a:gradFill>
          <a:gsLst>
            <a:gs pos="0">
              <a:srgbClr val="10D6B6">
                <a:alpha val="70588"/>
              </a:srgbClr>
            </a:gs>
            <a:gs pos="100000">
              <a:srgbClr val="7337D4"/>
            </a:gs>
          </a:gsLst>
          <a:lin ang="0" scaled="0"/>
        </a:gradFill>
      </p:bgPr>
    </p:bg>
    <p:spTree>
      <p:nvGrpSpPr>
        <p:cNvPr id="26" name="Shape 26"/>
        <p:cNvGrpSpPr/>
        <p:nvPr/>
      </p:nvGrpSpPr>
      <p:grpSpPr>
        <a:xfrm>
          <a:off x="0" y="0"/>
          <a:ext cx="0" cy="0"/>
          <a:chOff x="0" y="0"/>
          <a:chExt cx="0" cy="0"/>
        </a:xfrm>
      </p:grpSpPr>
      <p:sp>
        <p:nvSpPr>
          <p:cNvPr id="27" name="Google Shape;27;p4"/>
          <p:cNvSpPr txBox="1"/>
          <p:nvPr>
            <p:ph type="ctrTitle"/>
          </p:nvPr>
        </p:nvSpPr>
        <p:spPr>
          <a:xfrm>
            <a:off x="2825950" y="15759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28" name="Google Shape;28;p4"/>
          <p:cNvSpPr txBox="1"/>
          <p:nvPr>
            <p:ph idx="1" type="subTitle"/>
          </p:nvPr>
        </p:nvSpPr>
        <p:spPr>
          <a:xfrm>
            <a:off x="3034050" y="2037397"/>
            <a:ext cx="19065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29" name="Google Shape;29;p4"/>
          <p:cNvSpPr txBox="1"/>
          <p:nvPr>
            <p:ph hasCustomPrompt="1" idx="2" type="title"/>
          </p:nvPr>
        </p:nvSpPr>
        <p:spPr>
          <a:xfrm>
            <a:off x="3110412" y="1059178"/>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0" name="Google Shape;30;p4"/>
          <p:cNvSpPr txBox="1"/>
          <p:nvPr>
            <p:ph idx="3" type="ctrTitle"/>
          </p:nvPr>
        </p:nvSpPr>
        <p:spPr>
          <a:xfrm>
            <a:off x="2826162" y="32550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31" name="Google Shape;31;p4"/>
          <p:cNvSpPr txBox="1"/>
          <p:nvPr>
            <p:ph idx="4" type="subTitle"/>
          </p:nvPr>
        </p:nvSpPr>
        <p:spPr>
          <a:xfrm>
            <a:off x="2998950" y="3716497"/>
            <a:ext cx="19767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32" name="Google Shape;32;p4"/>
          <p:cNvSpPr txBox="1"/>
          <p:nvPr>
            <p:ph hasCustomPrompt="1" idx="5" type="title"/>
          </p:nvPr>
        </p:nvSpPr>
        <p:spPr>
          <a:xfrm>
            <a:off x="3110412" y="2738280"/>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3" name="Google Shape;33;p4"/>
          <p:cNvSpPr txBox="1"/>
          <p:nvPr>
            <p:ph idx="6" type="ctrTitle"/>
          </p:nvPr>
        </p:nvSpPr>
        <p:spPr>
          <a:xfrm>
            <a:off x="4975625" y="15759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34" name="Google Shape;34;p4"/>
          <p:cNvSpPr txBox="1"/>
          <p:nvPr>
            <p:ph idx="7" type="subTitle"/>
          </p:nvPr>
        </p:nvSpPr>
        <p:spPr>
          <a:xfrm>
            <a:off x="5183500" y="2037397"/>
            <a:ext cx="19065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35" name="Google Shape;35;p4"/>
          <p:cNvSpPr txBox="1"/>
          <p:nvPr>
            <p:ph hasCustomPrompt="1" idx="8" type="title"/>
          </p:nvPr>
        </p:nvSpPr>
        <p:spPr>
          <a:xfrm>
            <a:off x="5259862" y="1059178"/>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6" name="Google Shape;36;p4"/>
          <p:cNvSpPr txBox="1"/>
          <p:nvPr>
            <p:ph idx="9" type="ctrTitle"/>
          </p:nvPr>
        </p:nvSpPr>
        <p:spPr>
          <a:xfrm>
            <a:off x="4975587" y="32550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37" name="Google Shape;37;p4"/>
          <p:cNvSpPr txBox="1"/>
          <p:nvPr>
            <p:ph idx="13" type="subTitle"/>
          </p:nvPr>
        </p:nvSpPr>
        <p:spPr>
          <a:xfrm>
            <a:off x="5148400" y="3716497"/>
            <a:ext cx="19767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38" name="Google Shape;38;p4"/>
          <p:cNvSpPr txBox="1"/>
          <p:nvPr>
            <p:ph hasCustomPrompt="1" idx="14" type="title"/>
          </p:nvPr>
        </p:nvSpPr>
        <p:spPr>
          <a:xfrm>
            <a:off x="5259862" y="2738280"/>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9" name="Google Shape;39;p4"/>
          <p:cNvSpPr txBox="1"/>
          <p:nvPr>
            <p:ph idx="15" type="ctrTitle"/>
          </p:nvPr>
        </p:nvSpPr>
        <p:spPr>
          <a:xfrm rot="-5400000">
            <a:off x="6378350" y="1583700"/>
            <a:ext cx="3487500" cy="8517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40" name="Google Shape;40;p4"/>
          <p:cNvCxnSpPr/>
          <p:nvPr/>
        </p:nvCxnSpPr>
        <p:spPr>
          <a:xfrm>
            <a:off x="8541292" y="-14700"/>
            <a:ext cx="0" cy="3669000"/>
          </a:xfrm>
          <a:prstGeom prst="straightConnector1">
            <a:avLst/>
          </a:prstGeom>
          <a:noFill/>
          <a:ln cap="flat" cmpd="sng" w="28575">
            <a:solidFill>
              <a:srgbClr val="FFFFFF"/>
            </a:solidFill>
            <a:prstDash val="solid"/>
            <a:round/>
            <a:headEnd len="med" w="med" type="none"/>
            <a:tailEnd len="med" w="med" type="none"/>
          </a:ln>
        </p:spPr>
      </p:cxnSp>
      <p:sp>
        <p:nvSpPr>
          <p:cNvPr id="41" name="Google Shape;41;p4"/>
          <p:cNvSpPr txBox="1"/>
          <p:nvPr>
            <p:ph idx="16" type="ctrTitle"/>
          </p:nvPr>
        </p:nvSpPr>
        <p:spPr>
          <a:xfrm>
            <a:off x="606175" y="1575950"/>
            <a:ext cx="23928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42" name="Google Shape;42;p4"/>
          <p:cNvSpPr txBox="1"/>
          <p:nvPr>
            <p:ph idx="17" type="subTitle"/>
          </p:nvPr>
        </p:nvSpPr>
        <p:spPr>
          <a:xfrm>
            <a:off x="849375" y="2037397"/>
            <a:ext cx="19065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43" name="Google Shape;43;p4"/>
          <p:cNvSpPr txBox="1"/>
          <p:nvPr>
            <p:ph hasCustomPrompt="1" idx="18" type="title"/>
          </p:nvPr>
        </p:nvSpPr>
        <p:spPr>
          <a:xfrm>
            <a:off x="925737" y="1059178"/>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44" name="Google Shape;44;p4"/>
          <p:cNvSpPr txBox="1"/>
          <p:nvPr>
            <p:ph idx="19" type="ctrTitle"/>
          </p:nvPr>
        </p:nvSpPr>
        <p:spPr>
          <a:xfrm>
            <a:off x="641487" y="32550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45" name="Google Shape;45;p4"/>
          <p:cNvSpPr txBox="1"/>
          <p:nvPr>
            <p:ph idx="20" type="subTitle"/>
          </p:nvPr>
        </p:nvSpPr>
        <p:spPr>
          <a:xfrm>
            <a:off x="814275" y="3716497"/>
            <a:ext cx="19767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46" name="Google Shape;46;p4"/>
          <p:cNvSpPr txBox="1"/>
          <p:nvPr>
            <p:ph hasCustomPrompt="1" idx="21" type="title"/>
          </p:nvPr>
        </p:nvSpPr>
        <p:spPr>
          <a:xfrm>
            <a:off x="925737" y="2738280"/>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cxnSp>
        <p:nvCxnSpPr>
          <p:cNvPr id="47" name="Google Shape;47;p4"/>
          <p:cNvCxnSpPr/>
          <p:nvPr/>
        </p:nvCxnSpPr>
        <p:spPr>
          <a:xfrm>
            <a:off x="1089475" y="1712986"/>
            <a:ext cx="5795400" cy="0"/>
          </a:xfrm>
          <a:prstGeom prst="straightConnector1">
            <a:avLst/>
          </a:prstGeom>
          <a:noFill/>
          <a:ln cap="flat" cmpd="sng" w="28575">
            <a:solidFill>
              <a:srgbClr val="FFFFFF"/>
            </a:solidFill>
            <a:prstDash val="solid"/>
            <a:round/>
            <a:headEnd len="med" w="med" type="none"/>
            <a:tailEnd len="med" w="med" type="none"/>
          </a:ln>
        </p:spPr>
      </p:cxnSp>
      <p:cxnSp>
        <p:nvCxnSpPr>
          <p:cNvPr id="48" name="Google Shape;48;p4"/>
          <p:cNvCxnSpPr/>
          <p:nvPr/>
        </p:nvCxnSpPr>
        <p:spPr>
          <a:xfrm>
            <a:off x="1089475" y="3390061"/>
            <a:ext cx="57954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1">
  <p:cSld name="CUSTOM_1_1_1">
    <p:bg>
      <p:bgPr>
        <a:gradFill>
          <a:gsLst>
            <a:gs pos="0">
              <a:srgbClr val="10D6B6">
                <a:alpha val="70588"/>
              </a:srgbClr>
            </a:gs>
            <a:gs pos="100000">
              <a:srgbClr val="7337D4"/>
            </a:gs>
          </a:gsLst>
          <a:lin ang="0" scaled="0"/>
        </a:gradFill>
      </p:bgPr>
    </p:bg>
    <p:spTree>
      <p:nvGrpSpPr>
        <p:cNvPr id="49" name="Shape 49"/>
        <p:cNvGrpSpPr/>
        <p:nvPr/>
      </p:nvGrpSpPr>
      <p:grpSpPr>
        <a:xfrm>
          <a:off x="0" y="0"/>
          <a:ext cx="0" cy="0"/>
          <a:chOff x="0" y="0"/>
          <a:chExt cx="0" cy="0"/>
        </a:xfrm>
      </p:grpSpPr>
      <p:sp>
        <p:nvSpPr>
          <p:cNvPr id="50" name="Google Shape;50;p5"/>
          <p:cNvSpPr txBox="1"/>
          <p:nvPr>
            <p:ph hasCustomPrompt="1" type="title"/>
          </p:nvPr>
        </p:nvSpPr>
        <p:spPr>
          <a:xfrm>
            <a:off x="374450" y="1858700"/>
            <a:ext cx="1444800" cy="16194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51" name="Google Shape;51;p5"/>
          <p:cNvSpPr txBox="1"/>
          <p:nvPr>
            <p:ph idx="2" type="ctrTitle"/>
          </p:nvPr>
        </p:nvSpPr>
        <p:spPr>
          <a:xfrm>
            <a:off x="1868249" y="2540048"/>
            <a:ext cx="32943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1600"/>
              <a:buNone/>
              <a:defRPr sz="1600">
                <a:solidFill>
                  <a:srgbClr val="FFFFFF"/>
                </a:solidFill>
              </a:defRPr>
            </a:lvl2pPr>
            <a:lvl3pPr lvl="2" rtl="0">
              <a:spcBef>
                <a:spcPts val="0"/>
              </a:spcBef>
              <a:spcAft>
                <a:spcPts val="0"/>
              </a:spcAft>
              <a:buClr>
                <a:srgbClr val="FFFFFF"/>
              </a:buClr>
              <a:buSzPts val="1600"/>
              <a:buNone/>
              <a:defRPr sz="1600">
                <a:solidFill>
                  <a:srgbClr val="FFFFFF"/>
                </a:solidFill>
              </a:defRPr>
            </a:lvl3pPr>
            <a:lvl4pPr lvl="3" rtl="0">
              <a:spcBef>
                <a:spcPts val="0"/>
              </a:spcBef>
              <a:spcAft>
                <a:spcPts val="0"/>
              </a:spcAft>
              <a:buClr>
                <a:srgbClr val="FFFFFF"/>
              </a:buClr>
              <a:buSzPts val="1600"/>
              <a:buNone/>
              <a:defRPr sz="1600">
                <a:solidFill>
                  <a:srgbClr val="FFFFFF"/>
                </a:solidFill>
              </a:defRPr>
            </a:lvl4pPr>
            <a:lvl5pPr lvl="4" rtl="0">
              <a:spcBef>
                <a:spcPts val="0"/>
              </a:spcBef>
              <a:spcAft>
                <a:spcPts val="0"/>
              </a:spcAft>
              <a:buClr>
                <a:srgbClr val="FFFFFF"/>
              </a:buClr>
              <a:buSzPts val="1600"/>
              <a:buNone/>
              <a:defRPr sz="1600">
                <a:solidFill>
                  <a:srgbClr val="FFFFFF"/>
                </a:solidFill>
              </a:defRPr>
            </a:lvl5pPr>
            <a:lvl6pPr lvl="5" rtl="0">
              <a:spcBef>
                <a:spcPts val="0"/>
              </a:spcBef>
              <a:spcAft>
                <a:spcPts val="0"/>
              </a:spcAft>
              <a:buClr>
                <a:srgbClr val="FFFFFF"/>
              </a:buClr>
              <a:buSzPts val="1600"/>
              <a:buNone/>
              <a:defRPr sz="1600">
                <a:solidFill>
                  <a:srgbClr val="FFFFFF"/>
                </a:solidFill>
              </a:defRPr>
            </a:lvl6pPr>
            <a:lvl7pPr lvl="6" rtl="0">
              <a:spcBef>
                <a:spcPts val="0"/>
              </a:spcBef>
              <a:spcAft>
                <a:spcPts val="0"/>
              </a:spcAft>
              <a:buClr>
                <a:srgbClr val="FFFFFF"/>
              </a:buClr>
              <a:buSzPts val="1600"/>
              <a:buNone/>
              <a:defRPr sz="1600">
                <a:solidFill>
                  <a:srgbClr val="FFFFFF"/>
                </a:solidFill>
              </a:defRPr>
            </a:lvl7pPr>
            <a:lvl8pPr lvl="7" rtl="0">
              <a:spcBef>
                <a:spcPts val="0"/>
              </a:spcBef>
              <a:spcAft>
                <a:spcPts val="0"/>
              </a:spcAft>
              <a:buClr>
                <a:srgbClr val="FFFFFF"/>
              </a:buClr>
              <a:buSzPts val="1600"/>
              <a:buNone/>
              <a:defRPr sz="1600">
                <a:solidFill>
                  <a:srgbClr val="FFFFFF"/>
                </a:solidFill>
              </a:defRPr>
            </a:lvl8pPr>
            <a:lvl9pPr lvl="8" rtl="0">
              <a:spcBef>
                <a:spcPts val="0"/>
              </a:spcBef>
              <a:spcAft>
                <a:spcPts val="0"/>
              </a:spcAft>
              <a:buClr>
                <a:srgbClr val="FFFFFF"/>
              </a:buClr>
              <a:buSzPts val="1600"/>
              <a:buNone/>
              <a:defRPr sz="1600">
                <a:solidFill>
                  <a:srgbClr val="FFFFFF"/>
                </a:solidFill>
              </a:defRPr>
            </a:lvl9pPr>
          </a:lstStyle>
          <a:p/>
        </p:txBody>
      </p:sp>
      <p:sp>
        <p:nvSpPr>
          <p:cNvPr id="52" name="Google Shape;52;p5"/>
          <p:cNvSpPr txBox="1"/>
          <p:nvPr>
            <p:ph idx="1" type="subTitle"/>
          </p:nvPr>
        </p:nvSpPr>
        <p:spPr>
          <a:xfrm>
            <a:off x="1868250" y="3180766"/>
            <a:ext cx="1906500" cy="36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cxnSp>
        <p:nvCxnSpPr>
          <p:cNvPr id="53" name="Google Shape;53;p5"/>
          <p:cNvCxnSpPr/>
          <p:nvPr/>
        </p:nvCxnSpPr>
        <p:spPr>
          <a:xfrm>
            <a:off x="0" y="3079800"/>
            <a:ext cx="40203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811">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3">
  <p:cSld name="CUSTOM_1_1_1_1">
    <p:bg>
      <p:bgPr>
        <a:gradFill>
          <a:gsLst>
            <a:gs pos="0">
              <a:srgbClr val="10D6B6">
                <a:alpha val="70588"/>
              </a:srgbClr>
            </a:gs>
            <a:gs pos="100000">
              <a:srgbClr val="7337D4"/>
            </a:gs>
          </a:gsLst>
          <a:lin ang="0" scaled="0"/>
        </a:gradFill>
      </p:bgPr>
    </p:bg>
    <p:spTree>
      <p:nvGrpSpPr>
        <p:cNvPr id="54" name="Shape 54"/>
        <p:cNvGrpSpPr/>
        <p:nvPr/>
      </p:nvGrpSpPr>
      <p:grpSpPr>
        <a:xfrm>
          <a:off x="0" y="0"/>
          <a:ext cx="0" cy="0"/>
          <a:chOff x="0" y="0"/>
          <a:chExt cx="0" cy="0"/>
        </a:xfrm>
      </p:grpSpPr>
      <p:sp>
        <p:nvSpPr>
          <p:cNvPr id="55" name="Google Shape;55;p6"/>
          <p:cNvSpPr txBox="1"/>
          <p:nvPr>
            <p:ph hasCustomPrompt="1" type="title"/>
          </p:nvPr>
        </p:nvSpPr>
        <p:spPr>
          <a:xfrm flipH="1">
            <a:off x="7324862" y="1858700"/>
            <a:ext cx="1444800" cy="16194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56" name="Google Shape;56;p6"/>
          <p:cNvSpPr txBox="1"/>
          <p:nvPr>
            <p:ph idx="2" type="ctrTitle"/>
          </p:nvPr>
        </p:nvSpPr>
        <p:spPr>
          <a:xfrm flipH="1">
            <a:off x="3981563" y="2540048"/>
            <a:ext cx="3294300" cy="5778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lgn="r">
              <a:spcBef>
                <a:spcPts val="0"/>
              </a:spcBef>
              <a:spcAft>
                <a:spcPts val="0"/>
              </a:spcAft>
              <a:buClr>
                <a:srgbClr val="FFFFFF"/>
              </a:buClr>
              <a:buSzPts val="1600"/>
              <a:buNone/>
              <a:defRPr sz="1600">
                <a:solidFill>
                  <a:srgbClr val="FFFFFF"/>
                </a:solidFill>
              </a:defRPr>
            </a:lvl2pPr>
            <a:lvl3pPr lvl="2" rtl="0" algn="r">
              <a:spcBef>
                <a:spcPts val="0"/>
              </a:spcBef>
              <a:spcAft>
                <a:spcPts val="0"/>
              </a:spcAft>
              <a:buClr>
                <a:srgbClr val="FFFFFF"/>
              </a:buClr>
              <a:buSzPts val="1600"/>
              <a:buNone/>
              <a:defRPr sz="1600">
                <a:solidFill>
                  <a:srgbClr val="FFFFFF"/>
                </a:solidFill>
              </a:defRPr>
            </a:lvl3pPr>
            <a:lvl4pPr lvl="3" rtl="0" algn="r">
              <a:spcBef>
                <a:spcPts val="0"/>
              </a:spcBef>
              <a:spcAft>
                <a:spcPts val="0"/>
              </a:spcAft>
              <a:buClr>
                <a:srgbClr val="FFFFFF"/>
              </a:buClr>
              <a:buSzPts val="1600"/>
              <a:buNone/>
              <a:defRPr sz="1600">
                <a:solidFill>
                  <a:srgbClr val="FFFFFF"/>
                </a:solidFill>
              </a:defRPr>
            </a:lvl4pPr>
            <a:lvl5pPr lvl="4" rtl="0" algn="r">
              <a:spcBef>
                <a:spcPts val="0"/>
              </a:spcBef>
              <a:spcAft>
                <a:spcPts val="0"/>
              </a:spcAft>
              <a:buClr>
                <a:srgbClr val="FFFFFF"/>
              </a:buClr>
              <a:buSzPts val="1600"/>
              <a:buNone/>
              <a:defRPr sz="1600">
                <a:solidFill>
                  <a:srgbClr val="FFFFFF"/>
                </a:solidFill>
              </a:defRPr>
            </a:lvl5pPr>
            <a:lvl6pPr lvl="5" rtl="0" algn="r">
              <a:spcBef>
                <a:spcPts val="0"/>
              </a:spcBef>
              <a:spcAft>
                <a:spcPts val="0"/>
              </a:spcAft>
              <a:buClr>
                <a:srgbClr val="FFFFFF"/>
              </a:buClr>
              <a:buSzPts val="1600"/>
              <a:buNone/>
              <a:defRPr sz="1600">
                <a:solidFill>
                  <a:srgbClr val="FFFFFF"/>
                </a:solidFill>
              </a:defRPr>
            </a:lvl6pPr>
            <a:lvl7pPr lvl="6" rtl="0" algn="r">
              <a:spcBef>
                <a:spcPts val="0"/>
              </a:spcBef>
              <a:spcAft>
                <a:spcPts val="0"/>
              </a:spcAft>
              <a:buClr>
                <a:srgbClr val="FFFFFF"/>
              </a:buClr>
              <a:buSzPts val="1600"/>
              <a:buNone/>
              <a:defRPr sz="1600">
                <a:solidFill>
                  <a:srgbClr val="FFFFFF"/>
                </a:solidFill>
              </a:defRPr>
            </a:lvl7pPr>
            <a:lvl8pPr lvl="7" rtl="0" algn="r">
              <a:spcBef>
                <a:spcPts val="0"/>
              </a:spcBef>
              <a:spcAft>
                <a:spcPts val="0"/>
              </a:spcAft>
              <a:buClr>
                <a:srgbClr val="FFFFFF"/>
              </a:buClr>
              <a:buSzPts val="1600"/>
              <a:buNone/>
              <a:defRPr sz="1600">
                <a:solidFill>
                  <a:srgbClr val="FFFFFF"/>
                </a:solidFill>
              </a:defRPr>
            </a:lvl8pPr>
            <a:lvl9pPr lvl="8" rtl="0" algn="r">
              <a:spcBef>
                <a:spcPts val="0"/>
              </a:spcBef>
              <a:spcAft>
                <a:spcPts val="0"/>
              </a:spcAft>
              <a:buClr>
                <a:srgbClr val="FFFFFF"/>
              </a:buClr>
              <a:buSzPts val="1600"/>
              <a:buNone/>
              <a:defRPr sz="1600">
                <a:solidFill>
                  <a:srgbClr val="FFFFFF"/>
                </a:solidFill>
              </a:defRPr>
            </a:lvl9pPr>
          </a:lstStyle>
          <a:p/>
        </p:txBody>
      </p:sp>
      <p:sp>
        <p:nvSpPr>
          <p:cNvPr id="57" name="Google Shape;57;p6"/>
          <p:cNvSpPr txBox="1"/>
          <p:nvPr>
            <p:ph idx="1" type="subTitle"/>
          </p:nvPr>
        </p:nvSpPr>
        <p:spPr>
          <a:xfrm flipH="1">
            <a:off x="5369350" y="3180784"/>
            <a:ext cx="1906500" cy="732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FFFFF"/>
              </a:buClr>
              <a:buSzPts val="1200"/>
              <a:buNone/>
              <a:defRPr>
                <a:solidFill>
                  <a:srgbClr val="FFFFFF"/>
                </a:solidFill>
              </a:defRPr>
            </a:lvl1pPr>
            <a:lvl2pPr lvl="1" rtl="0" algn="r">
              <a:lnSpc>
                <a:spcPct val="100000"/>
              </a:lnSpc>
              <a:spcBef>
                <a:spcPts val="0"/>
              </a:spcBef>
              <a:spcAft>
                <a:spcPts val="0"/>
              </a:spcAft>
              <a:buClr>
                <a:srgbClr val="FFFFFF"/>
              </a:buClr>
              <a:buSzPts val="1200"/>
              <a:buNone/>
              <a:defRPr>
                <a:solidFill>
                  <a:srgbClr val="FFFFFF"/>
                </a:solidFill>
              </a:defRPr>
            </a:lvl2pPr>
            <a:lvl3pPr lvl="2" rtl="0" algn="r">
              <a:lnSpc>
                <a:spcPct val="100000"/>
              </a:lnSpc>
              <a:spcBef>
                <a:spcPts val="0"/>
              </a:spcBef>
              <a:spcAft>
                <a:spcPts val="0"/>
              </a:spcAft>
              <a:buClr>
                <a:srgbClr val="FFFFFF"/>
              </a:buClr>
              <a:buSzPts val="1200"/>
              <a:buNone/>
              <a:defRPr>
                <a:solidFill>
                  <a:srgbClr val="FFFFFF"/>
                </a:solidFill>
              </a:defRPr>
            </a:lvl3pPr>
            <a:lvl4pPr lvl="3" rtl="0" algn="r">
              <a:lnSpc>
                <a:spcPct val="100000"/>
              </a:lnSpc>
              <a:spcBef>
                <a:spcPts val="0"/>
              </a:spcBef>
              <a:spcAft>
                <a:spcPts val="0"/>
              </a:spcAft>
              <a:buClr>
                <a:srgbClr val="FFFFFF"/>
              </a:buClr>
              <a:buSzPts val="1200"/>
              <a:buNone/>
              <a:defRPr>
                <a:solidFill>
                  <a:srgbClr val="FFFFFF"/>
                </a:solidFill>
              </a:defRPr>
            </a:lvl4pPr>
            <a:lvl5pPr lvl="4" rtl="0" algn="r">
              <a:lnSpc>
                <a:spcPct val="100000"/>
              </a:lnSpc>
              <a:spcBef>
                <a:spcPts val="0"/>
              </a:spcBef>
              <a:spcAft>
                <a:spcPts val="0"/>
              </a:spcAft>
              <a:buClr>
                <a:srgbClr val="FFFFFF"/>
              </a:buClr>
              <a:buSzPts val="1200"/>
              <a:buNone/>
              <a:defRPr>
                <a:solidFill>
                  <a:srgbClr val="FFFFFF"/>
                </a:solidFill>
              </a:defRPr>
            </a:lvl5pPr>
            <a:lvl6pPr lvl="5" rtl="0" algn="r">
              <a:lnSpc>
                <a:spcPct val="100000"/>
              </a:lnSpc>
              <a:spcBef>
                <a:spcPts val="0"/>
              </a:spcBef>
              <a:spcAft>
                <a:spcPts val="0"/>
              </a:spcAft>
              <a:buClr>
                <a:srgbClr val="FFFFFF"/>
              </a:buClr>
              <a:buSzPts val="1200"/>
              <a:buNone/>
              <a:defRPr>
                <a:solidFill>
                  <a:srgbClr val="FFFFFF"/>
                </a:solidFill>
              </a:defRPr>
            </a:lvl6pPr>
            <a:lvl7pPr lvl="6" rtl="0" algn="r">
              <a:lnSpc>
                <a:spcPct val="100000"/>
              </a:lnSpc>
              <a:spcBef>
                <a:spcPts val="0"/>
              </a:spcBef>
              <a:spcAft>
                <a:spcPts val="0"/>
              </a:spcAft>
              <a:buClr>
                <a:srgbClr val="FFFFFF"/>
              </a:buClr>
              <a:buSzPts val="1200"/>
              <a:buNone/>
              <a:defRPr>
                <a:solidFill>
                  <a:srgbClr val="FFFFFF"/>
                </a:solidFill>
              </a:defRPr>
            </a:lvl7pPr>
            <a:lvl8pPr lvl="7" rtl="0" algn="r">
              <a:lnSpc>
                <a:spcPct val="100000"/>
              </a:lnSpc>
              <a:spcBef>
                <a:spcPts val="0"/>
              </a:spcBef>
              <a:spcAft>
                <a:spcPts val="0"/>
              </a:spcAft>
              <a:buClr>
                <a:srgbClr val="FFFFFF"/>
              </a:buClr>
              <a:buSzPts val="1200"/>
              <a:buNone/>
              <a:defRPr>
                <a:solidFill>
                  <a:srgbClr val="FFFFFF"/>
                </a:solidFill>
              </a:defRPr>
            </a:lvl8pPr>
            <a:lvl9pPr lvl="8" rtl="0" algn="r">
              <a:lnSpc>
                <a:spcPct val="100000"/>
              </a:lnSpc>
              <a:spcBef>
                <a:spcPts val="0"/>
              </a:spcBef>
              <a:spcAft>
                <a:spcPts val="0"/>
              </a:spcAft>
              <a:buClr>
                <a:srgbClr val="FFFFFF"/>
              </a:buClr>
              <a:buSzPts val="1200"/>
              <a:buNone/>
              <a:defRPr>
                <a:solidFill>
                  <a:srgbClr val="FFFFFF"/>
                </a:solidFill>
              </a:defRPr>
            </a:lvl9pPr>
          </a:lstStyle>
          <a:p/>
        </p:txBody>
      </p:sp>
      <p:cxnSp>
        <p:nvCxnSpPr>
          <p:cNvPr id="58" name="Google Shape;58;p6"/>
          <p:cNvCxnSpPr/>
          <p:nvPr/>
        </p:nvCxnSpPr>
        <p:spPr>
          <a:xfrm rot="10800000">
            <a:off x="5123712" y="3079800"/>
            <a:ext cx="40203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811">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4">
  <p:cSld name="CUSTOM_1_1_1_1_1">
    <p:bg>
      <p:bgPr>
        <a:gradFill>
          <a:gsLst>
            <a:gs pos="0">
              <a:srgbClr val="10D6B6">
                <a:alpha val="70588"/>
              </a:srgbClr>
            </a:gs>
            <a:gs pos="100000">
              <a:srgbClr val="7337D4"/>
            </a:gs>
          </a:gsLst>
          <a:lin ang="0" scaled="0"/>
        </a:gradFill>
      </p:bgPr>
    </p:bg>
    <p:spTree>
      <p:nvGrpSpPr>
        <p:cNvPr id="59" name="Shape 59"/>
        <p:cNvGrpSpPr/>
        <p:nvPr/>
      </p:nvGrpSpPr>
      <p:grpSpPr>
        <a:xfrm>
          <a:off x="0" y="0"/>
          <a:ext cx="0" cy="0"/>
          <a:chOff x="0" y="0"/>
          <a:chExt cx="0" cy="0"/>
        </a:xfrm>
      </p:grpSpPr>
      <p:sp>
        <p:nvSpPr>
          <p:cNvPr id="60" name="Google Shape;60;p7"/>
          <p:cNvSpPr txBox="1"/>
          <p:nvPr>
            <p:ph hasCustomPrompt="1" type="title"/>
          </p:nvPr>
        </p:nvSpPr>
        <p:spPr>
          <a:xfrm flipH="1">
            <a:off x="7477262" y="1858700"/>
            <a:ext cx="1444800" cy="16194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61" name="Google Shape;61;p7"/>
          <p:cNvSpPr txBox="1"/>
          <p:nvPr>
            <p:ph idx="2" type="ctrTitle"/>
          </p:nvPr>
        </p:nvSpPr>
        <p:spPr>
          <a:xfrm flipH="1">
            <a:off x="3829163" y="2540048"/>
            <a:ext cx="3294300" cy="5778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lgn="r">
              <a:spcBef>
                <a:spcPts val="0"/>
              </a:spcBef>
              <a:spcAft>
                <a:spcPts val="0"/>
              </a:spcAft>
              <a:buClr>
                <a:srgbClr val="FFFFFF"/>
              </a:buClr>
              <a:buSzPts val="1600"/>
              <a:buNone/>
              <a:defRPr sz="1600">
                <a:solidFill>
                  <a:srgbClr val="FFFFFF"/>
                </a:solidFill>
              </a:defRPr>
            </a:lvl2pPr>
            <a:lvl3pPr lvl="2" rtl="0" algn="r">
              <a:spcBef>
                <a:spcPts val="0"/>
              </a:spcBef>
              <a:spcAft>
                <a:spcPts val="0"/>
              </a:spcAft>
              <a:buClr>
                <a:srgbClr val="FFFFFF"/>
              </a:buClr>
              <a:buSzPts val="1600"/>
              <a:buNone/>
              <a:defRPr sz="1600">
                <a:solidFill>
                  <a:srgbClr val="FFFFFF"/>
                </a:solidFill>
              </a:defRPr>
            </a:lvl3pPr>
            <a:lvl4pPr lvl="3" rtl="0" algn="r">
              <a:spcBef>
                <a:spcPts val="0"/>
              </a:spcBef>
              <a:spcAft>
                <a:spcPts val="0"/>
              </a:spcAft>
              <a:buClr>
                <a:srgbClr val="FFFFFF"/>
              </a:buClr>
              <a:buSzPts val="1600"/>
              <a:buNone/>
              <a:defRPr sz="1600">
                <a:solidFill>
                  <a:srgbClr val="FFFFFF"/>
                </a:solidFill>
              </a:defRPr>
            </a:lvl4pPr>
            <a:lvl5pPr lvl="4" rtl="0" algn="r">
              <a:spcBef>
                <a:spcPts val="0"/>
              </a:spcBef>
              <a:spcAft>
                <a:spcPts val="0"/>
              </a:spcAft>
              <a:buClr>
                <a:srgbClr val="FFFFFF"/>
              </a:buClr>
              <a:buSzPts val="1600"/>
              <a:buNone/>
              <a:defRPr sz="1600">
                <a:solidFill>
                  <a:srgbClr val="FFFFFF"/>
                </a:solidFill>
              </a:defRPr>
            </a:lvl5pPr>
            <a:lvl6pPr lvl="5" rtl="0" algn="r">
              <a:spcBef>
                <a:spcPts val="0"/>
              </a:spcBef>
              <a:spcAft>
                <a:spcPts val="0"/>
              </a:spcAft>
              <a:buClr>
                <a:srgbClr val="FFFFFF"/>
              </a:buClr>
              <a:buSzPts val="1600"/>
              <a:buNone/>
              <a:defRPr sz="1600">
                <a:solidFill>
                  <a:srgbClr val="FFFFFF"/>
                </a:solidFill>
              </a:defRPr>
            </a:lvl6pPr>
            <a:lvl7pPr lvl="6" rtl="0" algn="r">
              <a:spcBef>
                <a:spcPts val="0"/>
              </a:spcBef>
              <a:spcAft>
                <a:spcPts val="0"/>
              </a:spcAft>
              <a:buClr>
                <a:srgbClr val="FFFFFF"/>
              </a:buClr>
              <a:buSzPts val="1600"/>
              <a:buNone/>
              <a:defRPr sz="1600">
                <a:solidFill>
                  <a:srgbClr val="FFFFFF"/>
                </a:solidFill>
              </a:defRPr>
            </a:lvl7pPr>
            <a:lvl8pPr lvl="7" rtl="0" algn="r">
              <a:spcBef>
                <a:spcPts val="0"/>
              </a:spcBef>
              <a:spcAft>
                <a:spcPts val="0"/>
              </a:spcAft>
              <a:buClr>
                <a:srgbClr val="FFFFFF"/>
              </a:buClr>
              <a:buSzPts val="1600"/>
              <a:buNone/>
              <a:defRPr sz="1600">
                <a:solidFill>
                  <a:srgbClr val="FFFFFF"/>
                </a:solidFill>
              </a:defRPr>
            </a:lvl8pPr>
            <a:lvl9pPr lvl="8" rtl="0" algn="r">
              <a:spcBef>
                <a:spcPts val="0"/>
              </a:spcBef>
              <a:spcAft>
                <a:spcPts val="0"/>
              </a:spcAft>
              <a:buClr>
                <a:srgbClr val="FFFFFF"/>
              </a:buClr>
              <a:buSzPts val="1600"/>
              <a:buNone/>
              <a:defRPr sz="1600">
                <a:solidFill>
                  <a:srgbClr val="FFFFFF"/>
                </a:solidFill>
              </a:defRPr>
            </a:lvl9pPr>
          </a:lstStyle>
          <a:p/>
        </p:txBody>
      </p:sp>
      <p:sp>
        <p:nvSpPr>
          <p:cNvPr id="62" name="Google Shape;62;p7"/>
          <p:cNvSpPr txBox="1"/>
          <p:nvPr>
            <p:ph idx="1" type="subTitle"/>
          </p:nvPr>
        </p:nvSpPr>
        <p:spPr>
          <a:xfrm flipH="1">
            <a:off x="5216975" y="2952184"/>
            <a:ext cx="1906500" cy="732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FFFFF"/>
              </a:buClr>
              <a:buSzPts val="1200"/>
              <a:buNone/>
              <a:defRPr>
                <a:solidFill>
                  <a:srgbClr val="FFFFFF"/>
                </a:solidFill>
              </a:defRPr>
            </a:lvl1pPr>
            <a:lvl2pPr lvl="1" rtl="0" algn="r">
              <a:lnSpc>
                <a:spcPct val="100000"/>
              </a:lnSpc>
              <a:spcBef>
                <a:spcPts val="0"/>
              </a:spcBef>
              <a:spcAft>
                <a:spcPts val="0"/>
              </a:spcAft>
              <a:buClr>
                <a:srgbClr val="FFFFFF"/>
              </a:buClr>
              <a:buSzPts val="1200"/>
              <a:buNone/>
              <a:defRPr>
                <a:solidFill>
                  <a:srgbClr val="FFFFFF"/>
                </a:solidFill>
              </a:defRPr>
            </a:lvl2pPr>
            <a:lvl3pPr lvl="2" rtl="0" algn="r">
              <a:lnSpc>
                <a:spcPct val="100000"/>
              </a:lnSpc>
              <a:spcBef>
                <a:spcPts val="0"/>
              </a:spcBef>
              <a:spcAft>
                <a:spcPts val="0"/>
              </a:spcAft>
              <a:buClr>
                <a:srgbClr val="FFFFFF"/>
              </a:buClr>
              <a:buSzPts val="1200"/>
              <a:buNone/>
              <a:defRPr>
                <a:solidFill>
                  <a:srgbClr val="FFFFFF"/>
                </a:solidFill>
              </a:defRPr>
            </a:lvl3pPr>
            <a:lvl4pPr lvl="3" rtl="0" algn="r">
              <a:lnSpc>
                <a:spcPct val="100000"/>
              </a:lnSpc>
              <a:spcBef>
                <a:spcPts val="0"/>
              </a:spcBef>
              <a:spcAft>
                <a:spcPts val="0"/>
              </a:spcAft>
              <a:buClr>
                <a:srgbClr val="FFFFFF"/>
              </a:buClr>
              <a:buSzPts val="1200"/>
              <a:buNone/>
              <a:defRPr>
                <a:solidFill>
                  <a:srgbClr val="FFFFFF"/>
                </a:solidFill>
              </a:defRPr>
            </a:lvl4pPr>
            <a:lvl5pPr lvl="4" rtl="0" algn="r">
              <a:lnSpc>
                <a:spcPct val="100000"/>
              </a:lnSpc>
              <a:spcBef>
                <a:spcPts val="0"/>
              </a:spcBef>
              <a:spcAft>
                <a:spcPts val="0"/>
              </a:spcAft>
              <a:buClr>
                <a:srgbClr val="FFFFFF"/>
              </a:buClr>
              <a:buSzPts val="1200"/>
              <a:buNone/>
              <a:defRPr>
                <a:solidFill>
                  <a:srgbClr val="FFFFFF"/>
                </a:solidFill>
              </a:defRPr>
            </a:lvl5pPr>
            <a:lvl6pPr lvl="5" rtl="0" algn="r">
              <a:lnSpc>
                <a:spcPct val="100000"/>
              </a:lnSpc>
              <a:spcBef>
                <a:spcPts val="0"/>
              </a:spcBef>
              <a:spcAft>
                <a:spcPts val="0"/>
              </a:spcAft>
              <a:buClr>
                <a:srgbClr val="FFFFFF"/>
              </a:buClr>
              <a:buSzPts val="1200"/>
              <a:buNone/>
              <a:defRPr>
                <a:solidFill>
                  <a:srgbClr val="FFFFFF"/>
                </a:solidFill>
              </a:defRPr>
            </a:lvl6pPr>
            <a:lvl7pPr lvl="6" rtl="0" algn="r">
              <a:lnSpc>
                <a:spcPct val="100000"/>
              </a:lnSpc>
              <a:spcBef>
                <a:spcPts val="0"/>
              </a:spcBef>
              <a:spcAft>
                <a:spcPts val="0"/>
              </a:spcAft>
              <a:buClr>
                <a:srgbClr val="FFFFFF"/>
              </a:buClr>
              <a:buSzPts val="1200"/>
              <a:buNone/>
              <a:defRPr>
                <a:solidFill>
                  <a:srgbClr val="FFFFFF"/>
                </a:solidFill>
              </a:defRPr>
            </a:lvl7pPr>
            <a:lvl8pPr lvl="7" rtl="0" algn="r">
              <a:lnSpc>
                <a:spcPct val="100000"/>
              </a:lnSpc>
              <a:spcBef>
                <a:spcPts val="0"/>
              </a:spcBef>
              <a:spcAft>
                <a:spcPts val="0"/>
              </a:spcAft>
              <a:buClr>
                <a:srgbClr val="FFFFFF"/>
              </a:buClr>
              <a:buSzPts val="1200"/>
              <a:buNone/>
              <a:defRPr>
                <a:solidFill>
                  <a:srgbClr val="FFFFFF"/>
                </a:solidFill>
              </a:defRPr>
            </a:lvl8pPr>
            <a:lvl9pPr lvl="8" rtl="0" algn="r">
              <a:lnSpc>
                <a:spcPct val="100000"/>
              </a:lnSpc>
              <a:spcBef>
                <a:spcPts val="0"/>
              </a:spcBef>
              <a:spcAft>
                <a:spcPts val="0"/>
              </a:spcAft>
              <a:buClr>
                <a:srgbClr val="FFFFFF"/>
              </a:buClr>
              <a:buSzPts val="1200"/>
              <a:buNone/>
              <a:defRPr>
                <a:solidFill>
                  <a:srgbClr val="FFFFFF"/>
                </a:solidFill>
              </a:defRPr>
            </a:lvl9pPr>
          </a:lstStyle>
          <a:p/>
        </p:txBody>
      </p:sp>
      <p:cxnSp>
        <p:nvCxnSpPr>
          <p:cNvPr id="63" name="Google Shape;63;p7"/>
          <p:cNvCxnSpPr/>
          <p:nvPr/>
        </p:nvCxnSpPr>
        <p:spPr>
          <a:xfrm>
            <a:off x="7324850" y="-7600"/>
            <a:ext cx="0" cy="515880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811">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6">
  <p:cSld name="CUSTOM_1_1_1_1_1_1">
    <p:bg>
      <p:bgPr>
        <a:gradFill>
          <a:gsLst>
            <a:gs pos="0">
              <a:srgbClr val="10D6B6">
                <a:alpha val="70588"/>
              </a:srgbClr>
            </a:gs>
            <a:gs pos="100000">
              <a:srgbClr val="7337D4"/>
            </a:gs>
          </a:gsLst>
          <a:lin ang="0" scaled="0"/>
        </a:gradFill>
      </p:bgPr>
    </p:bg>
    <p:spTree>
      <p:nvGrpSpPr>
        <p:cNvPr id="64" name="Shape 64"/>
        <p:cNvGrpSpPr/>
        <p:nvPr/>
      </p:nvGrpSpPr>
      <p:grpSpPr>
        <a:xfrm>
          <a:off x="0" y="0"/>
          <a:ext cx="0" cy="0"/>
          <a:chOff x="0" y="0"/>
          <a:chExt cx="0" cy="0"/>
        </a:xfrm>
      </p:grpSpPr>
      <p:sp>
        <p:nvSpPr>
          <p:cNvPr id="65" name="Google Shape;65;p8"/>
          <p:cNvSpPr txBox="1"/>
          <p:nvPr>
            <p:ph hasCustomPrompt="1" type="title"/>
          </p:nvPr>
        </p:nvSpPr>
        <p:spPr>
          <a:xfrm>
            <a:off x="303938" y="1858700"/>
            <a:ext cx="1444800" cy="16194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66" name="Google Shape;66;p8"/>
          <p:cNvSpPr txBox="1"/>
          <p:nvPr>
            <p:ph idx="2" type="ctrTitle"/>
          </p:nvPr>
        </p:nvSpPr>
        <p:spPr>
          <a:xfrm>
            <a:off x="2102537" y="2540048"/>
            <a:ext cx="32943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1600"/>
              <a:buNone/>
              <a:defRPr sz="1600">
                <a:solidFill>
                  <a:srgbClr val="FFFFFF"/>
                </a:solidFill>
              </a:defRPr>
            </a:lvl2pPr>
            <a:lvl3pPr lvl="2" rtl="0">
              <a:spcBef>
                <a:spcPts val="0"/>
              </a:spcBef>
              <a:spcAft>
                <a:spcPts val="0"/>
              </a:spcAft>
              <a:buClr>
                <a:srgbClr val="FFFFFF"/>
              </a:buClr>
              <a:buSzPts val="1600"/>
              <a:buNone/>
              <a:defRPr sz="1600">
                <a:solidFill>
                  <a:srgbClr val="FFFFFF"/>
                </a:solidFill>
              </a:defRPr>
            </a:lvl3pPr>
            <a:lvl4pPr lvl="3" rtl="0">
              <a:spcBef>
                <a:spcPts val="0"/>
              </a:spcBef>
              <a:spcAft>
                <a:spcPts val="0"/>
              </a:spcAft>
              <a:buClr>
                <a:srgbClr val="FFFFFF"/>
              </a:buClr>
              <a:buSzPts val="1600"/>
              <a:buNone/>
              <a:defRPr sz="1600">
                <a:solidFill>
                  <a:srgbClr val="FFFFFF"/>
                </a:solidFill>
              </a:defRPr>
            </a:lvl4pPr>
            <a:lvl5pPr lvl="4" rtl="0">
              <a:spcBef>
                <a:spcPts val="0"/>
              </a:spcBef>
              <a:spcAft>
                <a:spcPts val="0"/>
              </a:spcAft>
              <a:buClr>
                <a:srgbClr val="FFFFFF"/>
              </a:buClr>
              <a:buSzPts val="1600"/>
              <a:buNone/>
              <a:defRPr sz="1600">
                <a:solidFill>
                  <a:srgbClr val="FFFFFF"/>
                </a:solidFill>
              </a:defRPr>
            </a:lvl5pPr>
            <a:lvl6pPr lvl="5" rtl="0">
              <a:spcBef>
                <a:spcPts val="0"/>
              </a:spcBef>
              <a:spcAft>
                <a:spcPts val="0"/>
              </a:spcAft>
              <a:buClr>
                <a:srgbClr val="FFFFFF"/>
              </a:buClr>
              <a:buSzPts val="1600"/>
              <a:buNone/>
              <a:defRPr sz="1600">
                <a:solidFill>
                  <a:srgbClr val="FFFFFF"/>
                </a:solidFill>
              </a:defRPr>
            </a:lvl6pPr>
            <a:lvl7pPr lvl="6" rtl="0">
              <a:spcBef>
                <a:spcPts val="0"/>
              </a:spcBef>
              <a:spcAft>
                <a:spcPts val="0"/>
              </a:spcAft>
              <a:buClr>
                <a:srgbClr val="FFFFFF"/>
              </a:buClr>
              <a:buSzPts val="1600"/>
              <a:buNone/>
              <a:defRPr sz="1600">
                <a:solidFill>
                  <a:srgbClr val="FFFFFF"/>
                </a:solidFill>
              </a:defRPr>
            </a:lvl7pPr>
            <a:lvl8pPr lvl="7" rtl="0">
              <a:spcBef>
                <a:spcPts val="0"/>
              </a:spcBef>
              <a:spcAft>
                <a:spcPts val="0"/>
              </a:spcAft>
              <a:buClr>
                <a:srgbClr val="FFFFFF"/>
              </a:buClr>
              <a:buSzPts val="1600"/>
              <a:buNone/>
              <a:defRPr sz="1600">
                <a:solidFill>
                  <a:srgbClr val="FFFFFF"/>
                </a:solidFill>
              </a:defRPr>
            </a:lvl8pPr>
            <a:lvl9pPr lvl="8" rtl="0">
              <a:spcBef>
                <a:spcPts val="0"/>
              </a:spcBef>
              <a:spcAft>
                <a:spcPts val="0"/>
              </a:spcAft>
              <a:buClr>
                <a:srgbClr val="FFFFFF"/>
              </a:buClr>
              <a:buSzPts val="1600"/>
              <a:buNone/>
              <a:defRPr sz="1600">
                <a:solidFill>
                  <a:srgbClr val="FFFFFF"/>
                </a:solidFill>
              </a:defRPr>
            </a:lvl9pPr>
          </a:lstStyle>
          <a:p/>
        </p:txBody>
      </p:sp>
      <p:sp>
        <p:nvSpPr>
          <p:cNvPr id="67" name="Google Shape;67;p8"/>
          <p:cNvSpPr txBox="1"/>
          <p:nvPr>
            <p:ph idx="1" type="subTitle"/>
          </p:nvPr>
        </p:nvSpPr>
        <p:spPr>
          <a:xfrm>
            <a:off x="2109125" y="2952184"/>
            <a:ext cx="1906500" cy="73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cxnSp>
        <p:nvCxnSpPr>
          <p:cNvPr id="68" name="Google Shape;68;p8"/>
          <p:cNvCxnSpPr/>
          <p:nvPr/>
        </p:nvCxnSpPr>
        <p:spPr>
          <a:xfrm>
            <a:off x="1901150" y="-7600"/>
            <a:ext cx="0" cy="515880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811">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ESIGN 2">
  <p:cSld name="CUSTOM_6">
    <p:bg>
      <p:bgPr>
        <a:gradFill>
          <a:gsLst>
            <a:gs pos="0">
              <a:srgbClr val="10D6B6">
                <a:alpha val="70588"/>
              </a:srgbClr>
            </a:gs>
            <a:gs pos="100000">
              <a:srgbClr val="7337D4"/>
            </a:gs>
          </a:gsLst>
          <a:lin ang="0" scaled="0"/>
        </a:gradFill>
      </p:bgPr>
    </p:bg>
    <p:spTree>
      <p:nvGrpSpPr>
        <p:cNvPr id="69" name="Shape 69"/>
        <p:cNvGrpSpPr/>
        <p:nvPr/>
      </p:nvGrpSpPr>
      <p:grpSpPr>
        <a:xfrm>
          <a:off x="0" y="0"/>
          <a:ext cx="0" cy="0"/>
          <a:chOff x="0" y="0"/>
          <a:chExt cx="0" cy="0"/>
        </a:xfrm>
      </p:grpSpPr>
      <p:sp>
        <p:nvSpPr>
          <p:cNvPr id="70" name="Google Shape;70;p9"/>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71" name="Google Shape;71;p9"/>
          <p:cNvCxnSpPr>
            <a:stCxn id="70" idx="2"/>
          </p:cNvCxnSpPr>
          <p:nvPr/>
        </p:nvCxnSpPr>
        <p:spPr>
          <a:xfrm>
            <a:off x="4571950" y="986500"/>
            <a:ext cx="45756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ESIGN 3">
  <p:cSld name="CUSTOM_6_2">
    <p:bg>
      <p:bgPr>
        <a:gradFill>
          <a:gsLst>
            <a:gs pos="0">
              <a:srgbClr val="10D6B6">
                <a:alpha val="70588"/>
              </a:srgbClr>
            </a:gs>
            <a:gs pos="100000">
              <a:srgbClr val="7337D4"/>
            </a:gs>
          </a:gsLst>
          <a:lin ang="0" scaled="0"/>
        </a:gradFill>
      </p:bgPr>
    </p:bg>
    <p:spTree>
      <p:nvGrpSpPr>
        <p:cNvPr id="72" name="Shape 72"/>
        <p:cNvGrpSpPr/>
        <p:nvPr/>
      </p:nvGrpSpPr>
      <p:grpSpPr>
        <a:xfrm>
          <a:off x="0" y="0"/>
          <a:ext cx="0" cy="0"/>
          <a:chOff x="0" y="0"/>
          <a:chExt cx="0" cy="0"/>
        </a:xfrm>
      </p:grpSpPr>
      <p:sp>
        <p:nvSpPr>
          <p:cNvPr id="73" name="Google Shape;73;p10"/>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74" name="Google Shape;74;p10"/>
          <p:cNvCxnSpPr/>
          <p:nvPr/>
        </p:nvCxnSpPr>
        <p:spPr>
          <a:xfrm>
            <a:off x="-32325" y="986500"/>
            <a:ext cx="45756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CUSTOM_6_1">
    <p:bg>
      <p:bgPr>
        <a:gradFill>
          <a:gsLst>
            <a:gs pos="0">
              <a:srgbClr val="10D6B6">
                <a:alpha val="70588"/>
              </a:srgbClr>
            </a:gs>
            <a:gs pos="100000">
              <a:srgbClr val="7337D4"/>
            </a:gs>
          </a:gsLst>
          <a:lin ang="0" scaled="0"/>
        </a:gradFill>
      </p:bgPr>
    </p:bg>
    <p:spTree>
      <p:nvGrpSpPr>
        <p:cNvPr id="75" name="Shape 75"/>
        <p:cNvGrpSpPr/>
        <p:nvPr/>
      </p:nvGrpSpPr>
      <p:grpSpPr>
        <a:xfrm>
          <a:off x="0" y="0"/>
          <a:ext cx="0" cy="0"/>
          <a:chOff x="0" y="0"/>
          <a:chExt cx="0" cy="0"/>
        </a:xfrm>
      </p:grpSpPr>
      <p:sp>
        <p:nvSpPr>
          <p:cNvPr id="76" name="Google Shape;76;p11"/>
          <p:cNvSpPr/>
          <p:nvPr/>
        </p:nvSpPr>
        <p:spPr>
          <a:xfrm>
            <a:off x="0" y="560550"/>
            <a:ext cx="9144000" cy="4022400"/>
          </a:xfrm>
          <a:prstGeom prst="rect">
            <a:avLst/>
          </a:prstGeom>
          <a:gradFill>
            <a:gsLst>
              <a:gs pos="0">
                <a:srgbClr val="7337D4">
                  <a:alpha val="62352"/>
                </a:srgbClr>
              </a:gs>
              <a:gs pos="100000">
                <a:srgbClr val="10D6B6">
                  <a:alpha val="46274"/>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1"/>
          <p:cNvSpPr txBox="1"/>
          <p:nvPr>
            <p:ph type="ctrTitle"/>
          </p:nvPr>
        </p:nvSpPr>
        <p:spPr>
          <a:xfrm>
            <a:off x="477026" y="1862650"/>
            <a:ext cx="4209300" cy="8517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lgn="ctr">
              <a:spcBef>
                <a:spcPts val="0"/>
              </a:spcBef>
              <a:spcAft>
                <a:spcPts val="0"/>
              </a:spcAft>
              <a:buClr>
                <a:srgbClr val="FFFFFF"/>
              </a:buClr>
              <a:buSzPts val="4800"/>
              <a:buNone/>
              <a:defRPr sz="4800">
                <a:solidFill>
                  <a:srgbClr val="FFFFFF"/>
                </a:solidFill>
              </a:defRPr>
            </a:lvl2pPr>
            <a:lvl3pPr lvl="2" rtl="0" algn="ctr">
              <a:spcBef>
                <a:spcPts val="0"/>
              </a:spcBef>
              <a:spcAft>
                <a:spcPts val="0"/>
              </a:spcAft>
              <a:buClr>
                <a:srgbClr val="FFFFFF"/>
              </a:buClr>
              <a:buSzPts val="4800"/>
              <a:buNone/>
              <a:defRPr sz="4800">
                <a:solidFill>
                  <a:srgbClr val="FFFFFF"/>
                </a:solidFill>
              </a:defRPr>
            </a:lvl3pPr>
            <a:lvl4pPr lvl="3" rtl="0" algn="ctr">
              <a:spcBef>
                <a:spcPts val="0"/>
              </a:spcBef>
              <a:spcAft>
                <a:spcPts val="0"/>
              </a:spcAft>
              <a:buClr>
                <a:srgbClr val="FFFFFF"/>
              </a:buClr>
              <a:buSzPts val="4800"/>
              <a:buNone/>
              <a:defRPr sz="4800">
                <a:solidFill>
                  <a:srgbClr val="FFFFFF"/>
                </a:solidFill>
              </a:defRPr>
            </a:lvl4pPr>
            <a:lvl5pPr lvl="4" rtl="0" algn="ctr">
              <a:spcBef>
                <a:spcPts val="0"/>
              </a:spcBef>
              <a:spcAft>
                <a:spcPts val="0"/>
              </a:spcAft>
              <a:buClr>
                <a:srgbClr val="FFFFFF"/>
              </a:buClr>
              <a:buSzPts val="4800"/>
              <a:buNone/>
              <a:defRPr sz="4800">
                <a:solidFill>
                  <a:srgbClr val="FFFFFF"/>
                </a:solidFill>
              </a:defRPr>
            </a:lvl5pPr>
            <a:lvl6pPr lvl="5" rtl="0" algn="ctr">
              <a:spcBef>
                <a:spcPts val="0"/>
              </a:spcBef>
              <a:spcAft>
                <a:spcPts val="0"/>
              </a:spcAft>
              <a:buClr>
                <a:srgbClr val="FFFFFF"/>
              </a:buClr>
              <a:buSzPts val="4800"/>
              <a:buNone/>
              <a:defRPr sz="4800">
                <a:solidFill>
                  <a:srgbClr val="FFFFFF"/>
                </a:solidFill>
              </a:defRPr>
            </a:lvl6pPr>
            <a:lvl7pPr lvl="6" rtl="0" algn="ctr">
              <a:spcBef>
                <a:spcPts val="0"/>
              </a:spcBef>
              <a:spcAft>
                <a:spcPts val="0"/>
              </a:spcAft>
              <a:buClr>
                <a:srgbClr val="FFFFFF"/>
              </a:buClr>
              <a:buSzPts val="4800"/>
              <a:buNone/>
              <a:defRPr sz="4800">
                <a:solidFill>
                  <a:srgbClr val="FFFFFF"/>
                </a:solidFill>
              </a:defRPr>
            </a:lvl7pPr>
            <a:lvl8pPr lvl="7" rtl="0" algn="ctr">
              <a:spcBef>
                <a:spcPts val="0"/>
              </a:spcBef>
              <a:spcAft>
                <a:spcPts val="0"/>
              </a:spcAft>
              <a:buClr>
                <a:srgbClr val="FFFFFF"/>
              </a:buClr>
              <a:buSzPts val="4800"/>
              <a:buNone/>
              <a:defRPr sz="4800">
                <a:solidFill>
                  <a:srgbClr val="FFFFFF"/>
                </a:solidFill>
              </a:defRPr>
            </a:lvl8pPr>
            <a:lvl9pPr lvl="8" rtl="0" algn="ctr">
              <a:spcBef>
                <a:spcPts val="0"/>
              </a:spcBef>
              <a:spcAft>
                <a:spcPts val="0"/>
              </a:spcAft>
              <a:buClr>
                <a:srgbClr val="FFFFFF"/>
              </a:buClr>
              <a:buSzPts val="4800"/>
              <a:buNone/>
              <a:defRPr sz="4800">
                <a:solidFill>
                  <a:srgbClr val="FFFFFF"/>
                </a:solidFill>
              </a:defRPr>
            </a:lvl9pPr>
          </a:lstStyle>
          <a:p/>
        </p:txBody>
      </p:sp>
      <p:cxnSp>
        <p:nvCxnSpPr>
          <p:cNvPr id="78" name="Google Shape;78;p11"/>
          <p:cNvCxnSpPr/>
          <p:nvPr/>
        </p:nvCxnSpPr>
        <p:spPr>
          <a:xfrm>
            <a:off x="0" y="2730450"/>
            <a:ext cx="4576500" cy="0"/>
          </a:xfrm>
          <a:prstGeom prst="straightConnector1">
            <a:avLst/>
          </a:prstGeom>
          <a:noFill/>
          <a:ln cap="flat" cmpd="sng" w="28575">
            <a:solidFill>
              <a:srgbClr val="FFFFFF"/>
            </a:solidFill>
            <a:prstDash val="solid"/>
            <a:round/>
            <a:headEnd len="med" w="med" type="none"/>
            <a:tailEnd len="med" w="med" type="none"/>
          </a:ln>
        </p:spPr>
      </p:cxnSp>
      <p:sp>
        <p:nvSpPr>
          <p:cNvPr id="79" name="Google Shape;79;p11"/>
          <p:cNvSpPr txBox="1"/>
          <p:nvPr>
            <p:ph idx="1" type="subTitle"/>
          </p:nvPr>
        </p:nvSpPr>
        <p:spPr>
          <a:xfrm flipH="1">
            <a:off x="4576500" y="2806650"/>
            <a:ext cx="4423200" cy="34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
        <p:nvSpPr>
          <p:cNvPr id="80" name="Google Shape;80;p11"/>
          <p:cNvSpPr txBox="1"/>
          <p:nvPr>
            <p:ph idx="2" type="subTitle"/>
          </p:nvPr>
        </p:nvSpPr>
        <p:spPr>
          <a:xfrm flipH="1">
            <a:off x="4576500" y="3148050"/>
            <a:ext cx="4423200" cy="34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
        <p:nvSpPr>
          <p:cNvPr id="81" name="Google Shape;81;p11"/>
          <p:cNvSpPr txBox="1"/>
          <p:nvPr>
            <p:ph idx="3" type="subTitle"/>
          </p:nvPr>
        </p:nvSpPr>
        <p:spPr>
          <a:xfrm flipH="1">
            <a:off x="4576500" y="3489450"/>
            <a:ext cx="4423200" cy="34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
        <p:nvSpPr>
          <p:cNvPr id="82" name="Google Shape;82;p11"/>
          <p:cNvSpPr txBox="1"/>
          <p:nvPr>
            <p:ph idx="4" type="subTitle"/>
          </p:nvPr>
        </p:nvSpPr>
        <p:spPr>
          <a:xfrm flipH="1">
            <a:off x="4576500" y="3830850"/>
            <a:ext cx="4423200" cy="34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p:cSld name="CUSTOM_6_1_2">
    <p:bg>
      <p:bgPr>
        <a:gradFill>
          <a:gsLst>
            <a:gs pos="0">
              <a:srgbClr val="10D6B6">
                <a:alpha val="70588"/>
              </a:srgbClr>
            </a:gs>
            <a:gs pos="100000">
              <a:srgbClr val="7337D4"/>
            </a:gs>
          </a:gsLst>
          <a:lin ang="0" scaled="0"/>
        </a:gradFill>
      </p:bgPr>
    </p:bg>
    <p:spTree>
      <p:nvGrpSpPr>
        <p:cNvPr id="83" name="Shape 83"/>
        <p:cNvGrpSpPr/>
        <p:nvPr/>
      </p:nvGrpSpPr>
      <p:grpSpPr>
        <a:xfrm>
          <a:off x="0" y="0"/>
          <a:ext cx="0" cy="0"/>
          <a:chOff x="0" y="0"/>
          <a:chExt cx="0" cy="0"/>
        </a:xfrm>
      </p:grpSpPr>
      <p:sp>
        <p:nvSpPr>
          <p:cNvPr id="84" name="Google Shape;84;p12"/>
          <p:cNvSpPr/>
          <p:nvPr/>
        </p:nvSpPr>
        <p:spPr>
          <a:xfrm>
            <a:off x="0" y="560550"/>
            <a:ext cx="9144000" cy="4022400"/>
          </a:xfrm>
          <a:prstGeom prst="rect">
            <a:avLst/>
          </a:prstGeom>
          <a:gradFill>
            <a:gsLst>
              <a:gs pos="0">
                <a:srgbClr val="7337D4">
                  <a:alpha val="62352"/>
                </a:srgbClr>
              </a:gs>
              <a:gs pos="100000">
                <a:srgbClr val="10D6B6">
                  <a:alpha val="46274"/>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2"/>
          <p:cNvSpPr txBox="1"/>
          <p:nvPr>
            <p:ph type="ctrTitle"/>
          </p:nvPr>
        </p:nvSpPr>
        <p:spPr>
          <a:xfrm flipH="1">
            <a:off x="4457674" y="1862650"/>
            <a:ext cx="4209300" cy="8517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lgn="ctr">
              <a:spcBef>
                <a:spcPts val="0"/>
              </a:spcBef>
              <a:spcAft>
                <a:spcPts val="0"/>
              </a:spcAft>
              <a:buClr>
                <a:srgbClr val="FFFFFF"/>
              </a:buClr>
              <a:buSzPts val="4800"/>
              <a:buNone/>
              <a:defRPr sz="4800">
                <a:solidFill>
                  <a:srgbClr val="FFFFFF"/>
                </a:solidFill>
              </a:defRPr>
            </a:lvl2pPr>
            <a:lvl3pPr lvl="2" rtl="0" algn="ctr">
              <a:spcBef>
                <a:spcPts val="0"/>
              </a:spcBef>
              <a:spcAft>
                <a:spcPts val="0"/>
              </a:spcAft>
              <a:buClr>
                <a:srgbClr val="FFFFFF"/>
              </a:buClr>
              <a:buSzPts val="4800"/>
              <a:buNone/>
              <a:defRPr sz="4800">
                <a:solidFill>
                  <a:srgbClr val="FFFFFF"/>
                </a:solidFill>
              </a:defRPr>
            </a:lvl3pPr>
            <a:lvl4pPr lvl="3" rtl="0" algn="ctr">
              <a:spcBef>
                <a:spcPts val="0"/>
              </a:spcBef>
              <a:spcAft>
                <a:spcPts val="0"/>
              </a:spcAft>
              <a:buClr>
                <a:srgbClr val="FFFFFF"/>
              </a:buClr>
              <a:buSzPts val="4800"/>
              <a:buNone/>
              <a:defRPr sz="4800">
                <a:solidFill>
                  <a:srgbClr val="FFFFFF"/>
                </a:solidFill>
              </a:defRPr>
            </a:lvl4pPr>
            <a:lvl5pPr lvl="4" rtl="0" algn="ctr">
              <a:spcBef>
                <a:spcPts val="0"/>
              </a:spcBef>
              <a:spcAft>
                <a:spcPts val="0"/>
              </a:spcAft>
              <a:buClr>
                <a:srgbClr val="FFFFFF"/>
              </a:buClr>
              <a:buSzPts val="4800"/>
              <a:buNone/>
              <a:defRPr sz="4800">
                <a:solidFill>
                  <a:srgbClr val="FFFFFF"/>
                </a:solidFill>
              </a:defRPr>
            </a:lvl5pPr>
            <a:lvl6pPr lvl="5" rtl="0" algn="ctr">
              <a:spcBef>
                <a:spcPts val="0"/>
              </a:spcBef>
              <a:spcAft>
                <a:spcPts val="0"/>
              </a:spcAft>
              <a:buClr>
                <a:srgbClr val="FFFFFF"/>
              </a:buClr>
              <a:buSzPts val="4800"/>
              <a:buNone/>
              <a:defRPr sz="4800">
                <a:solidFill>
                  <a:srgbClr val="FFFFFF"/>
                </a:solidFill>
              </a:defRPr>
            </a:lvl6pPr>
            <a:lvl7pPr lvl="6" rtl="0" algn="ctr">
              <a:spcBef>
                <a:spcPts val="0"/>
              </a:spcBef>
              <a:spcAft>
                <a:spcPts val="0"/>
              </a:spcAft>
              <a:buClr>
                <a:srgbClr val="FFFFFF"/>
              </a:buClr>
              <a:buSzPts val="4800"/>
              <a:buNone/>
              <a:defRPr sz="4800">
                <a:solidFill>
                  <a:srgbClr val="FFFFFF"/>
                </a:solidFill>
              </a:defRPr>
            </a:lvl7pPr>
            <a:lvl8pPr lvl="7" rtl="0" algn="ctr">
              <a:spcBef>
                <a:spcPts val="0"/>
              </a:spcBef>
              <a:spcAft>
                <a:spcPts val="0"/>
              </a:spcAft>
              <a:buClr>
                <a:srgbClr val="FFFFFF"/>
              </a:buClr>
              <a:buSzPts val="4800"/>
              <a:buNone/>
              <a:defRPr sz="4800">
                <a:solidFill>
                  <a:srgbClr val="FFFFFF"/>
                </a:solidFill>
              </a:defRPr>
            </a:lvl8pPr>
            <a:lvl9pPr lvl="8" rtl="0" algn="ctr">
              <a:spcBef>
                <a:spcPts val="0"/>
              </a:spcBef>
              <a:spcAft>
                <a:spcPts val="0"/>
              </a:spcAft>
              <a:buClr>
                <a:srgbClr val="FFFFFF"/>
              </a:buClr>
              <a:buSzPts val="4800"/>
              <a:buNone/>
              <a:defRPr sz="4800">
                <a:solidFill>
                  <a:srgbClr val="FFFFFF"/>
                </a:solidFill>
              </a:defRPr>
            </a:lvl9pPr>
          </a:lstStyle>
          <a:p/>
        </p:txBody>
      </p:sp>
      <p:cxnSp>
        <p:nvCxnSpPr>
          <p:cNvPr id="86" name="Google Shape;86;p12"/>
          <p:cNvCxnSpPr/>
          <p:nvPr/>
        </p:nvCxnSpPr>
        <p:spPr>
          <a:xfrm rot="10800000">
            <a:off x="4567500" y="2730450"/>
            <a:ext cx="4576500" cy="0"/>
          </a:xfrm>
          <a:prstGeom prst="straightConnector1">
            <a:avLst/>
          </a:prstGeom>
          <a:noFill/>
          <a:ln cap="flat" cmpd="sng" w="28575">
            <a:solidFill>
              <a:srgbClr val="FFFFFF"/>
            </a:solidFill>
            <a:prstDash val="solid"/>
            <a:round/>
            <a:headEnd len="med" w="med" type="none"/>
            <a:tailEnd len="med" w="med" type="none"/>
          </a:ln>
        </p:spPr>
      </p:cxnSp>
      <p:sp>
        <p:nvSpPr>
          <p:cNvPr id="87" name="Google Shape;87;p12"/>
          <p:cNvSpPr txBox="1"/>
          <p:nvPr>
            <p:ph idx="1" type="subTitle"/>
          </p:nvPr>
        </p:nvSpPr>
        <p:spPr>
          <a:xfrm>
            <a:off x="2327475" y="2806650"/>
            <a:ext cx="2892000" cy="1623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6_1_1">
    <p:bg>
      <p:bgPr>
        <a:gradFill>
          <a:gsLst>
            <a:gs pos="0">
              <a:srgbClr val="10D6B6">
                <a:alpha val="70588"/>
              </a:srgbClr>
            </a:gs>
            <a:gs pos="100000">
              <a:srgbClr val="7337D4"/>
            </a:gs>
          </a:gsLst>
          <a:lin ang="0" scaled="0"/>
        </a:gradFill>
      </p:bgPr>
    </p:bg>
    <p:spTree>
      <p:nvGrpSpPr>
        <p:cNvPr id="88" name="Shape 88"/>
        <p:cNvGrpSpPr/>
        <p:nvPr/>
      </p:nvGrpSpPr>
      <p:grpSpPr>
        <a:xfrm>
          <a:off x="0" y="0"/>
          <a:ext cx="0" cy="0"/>
          <a:chOff x="0" y="0"/>
          <a:chExt cx="0" cy="0"/>
        </a:xfrm>
      </p:grpSpPr>
      <p:sp>
        <p:nvSpPr>
          <p:cNvPr id="89" name="Google Shape;89;p13"/>
          <p:cNvSpPr txBox="1"/>
          <p:nvPr>
            <p:ph type="ctrTitle"/>
          </p:nvPr>
        </p:nvSpPr>
        <p:spPr>
          <a:xfrm>
            <a:off x="2788350" y="3170250"/>
            <a:ext cx="3567300" cy="30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4800"/>
              <a:buNone/>
              <a:defRPr sz="4800">
                <a:solidFill>
                  <a:srgbClr val="FFFFFF"/>
                </a:solidFill>
              </a:defRPr>
            </a:lvl2pPr>
            <a:lvl3pPr lvl="2" rtl="0" algn="ctr">
              <a:spcBef>
                <a:spcPts val="0"/>
              </a:spcBef>
              <a:spcAft>
                <a:spcPts val="0"/>
              </a:spcAft>
              <a:buClr>
                <a:srgbClr val="FFFFFF"/>
              </a:buClr>
              <a:buSzPts val="4800"/>
              <a:buNone/>
              <a:defRPr sz="4800">
                <a:solidFill>
                  <a:srgbClr val="FFFFFF"/>
                </a:solidFill>
              </a:defRPr>
            </a:lvl3pPr>
            <a:lvl4pPr lvl="3" rtl="0" algn="ctr">
              <a:spcBef>
                <a:spcPts val="0"/>
              </a:spcBef>
              <a:spcAft>
                <a:spcPts val="0"/>
              </a:spcAft>
              <a:buClr>
                <a:srgbClr val="FFFFFF"/>
              </a:buClr>
              <a:buSzPts val="4800"/>
              <a:buNone/>
              <a:defRPr sz="4800">
                <a:solidFill>
                  <a:srgbClr val="FFFFFF"/>
                </a:solidFill>
              </a:defRPr>
            </a:lvl4pPr>
            <a:lvl5pPr lvl="4" rtl="0" algn="ctr">
              <a:spcBef>
                <a:spcPts val="0"/>
              </a:spcBef>
              <a:spcAft>
                <a:spcPts val="0"/>
              </a:spcAft>
              <a:buClr>
                <a:srgbClr val="FFFFFF"/>
              </a:buClr>
              <a:buSzPts val="4800"/>
              <a:buNone/>
              <a:defRPr sz="4800">
                <a:solidFill>
                  <a:srgbClr val="FFFFFF"/>
                </a:solidFill>
              </a:defRPr>
            </a:lvl5pPr>
            <a:lvl6pPr lvl="5" rtl="0" algn="ctr">
              <a:spcBef>
                <a:spcPts val="0"/>
              </a:spcBef>
              <a:spcAft>
                <a:spcPts val="0"/>
              </a:spcAft>
              <a:buClr>
                <a:srgbClr val="FFFFFF"/>
              </a:buClr>
              <a:buSzPts val="4800"/>
              <a:buNone/>
              <a:defRPr sz="4800">
                <a:solidFill>
                  <a:srgbClr val="FFFFFF"/>
                </a:solidFill>
              </a:defRPr>
            </a:lvl6pPr>
            <a:lvl7pPr lvl="6" rtl="0" algn="ctr">
              <a:spcBef>
                <a:spcPts val="0"/>
              </a:spcBef>
              <a:spcAft>
                <a:spcPts val="0"/>
              </a:spcAft>
              <a:buClr>
                <a:srgbClr val="FFFFFF"/>
              </a:buClr>
              <a:buSzPts val="4800"/>
              <a:buNone/>
              <a:defRPr sz="4800">
                <a:solidFill>
                  <a:srgbClr val="FFFFFF"/>
                </a:solidFill>
              </a:defRPr>
            </a:lvl7pPr>
            <a:lvl8pPr lvl="7" rtl="0" algn="ctr">
              <a:spcBef>
                <a:spcPts val="0"/>
              </a:spcBef>
              <a:spcAft>
                <a:spcPts val="0"/>
              </a:spcAft>
              <a:buClr>
                <a:srgbClr val="FFFFFF"/>
              </a:buClr>
              <a:buSzPts val="4800"/>
              <a:buNone/>
              <a:defRPr sz="4800">
                <a:solidFill>
                  <a:srgbClr val="FFFFFF"/>
                </a:solidFill>
              </a:defRPr>
            </a:lvl8pPr>
            <a:lvl9pPr lvl="8" rtl="0" algn="ctr">
              <a:spcBef>
                <a:spcPts val="0"/>
              </a:spcBef>
              <a:spcAft>
                <a:spcPts val="0"/>
              </a:spcAft>
              <a:buClr>
                <a:srgbClr val="FFFFFF"/>
              </a:buClr>
              <a:buSzPts val="4800"/>
              <a:buNone/>
              <a:defRPr sz="4800">
                <a:solidFill>
                  <a:srgbClr val="FFFFFF"/>
                </a:solidFill>
              </a:defRPr>
            </a:lvl9pPr>
          </a:lstStyle>
          <a:p/>
        </p:txBody>
      </p:sp>
      <p:sp>
        <p:nvSpPr>
          <p:cNvPr id="90" name="Google Shape;90;p13"/>
          <p:cNvSpPr txBox="1"/>
          <p:nvPr>
            <p:ph idx="1" type="subTitle"/>
          </p:nvPr>
        </p:nvSpPr>
        <p:spPr>
          <a:xfrm flipH="1">
            <a:off x="2064750" y="1973250"/>
            <a:ext cx="5014500" cy="119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rgbClr val="FFFFFF"/>
              </a:buClr>
              <a:buSzPts val="1800"/>
              <a:buNone/>
              <a:defRPr sz="1800">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cxnSp>
        <p:nvCxnSpPr>
          <p:cNvPr id="91" name="Google Shape;91;p13"/>
          <p:cNvCxnSpPr/>
          <p:nvPr/>
        </p:nvCxnSpPr>
        <p:spPr>
          <a:xfrm>
            <a:off x="-6925" y="981700"/>
            <a:ext cx="7016700" cy="2834400"/>
          </a:xfrm>
          <a:prstGeom prst="bentConnector3">
            <a:avLst>
              <a:gd fmla="val 12316" name="adj1"/>
            </a:avLst>
          </a:prstGeom>
          <a:noFill/>
          <a:ln cap="flat" cmpd="sng" w="28575">
            <a:solidFill>
              <a:srgbClr val="FFFFFF"/>
            </a:solidFill>
            <a:prstDash val="solid"/>
            <a:round/>
            <a:headEnd len="med" w="med" type="none"/>
            <a:tailEnd len="med" w="med" type="none"/>
          </a:ln>
        </p:spPr>
      </p:cxnSp>
      <p:cxnSp>
        <p:nvCxnSpPr>
          <p:cNvPr id="92" name="Google Shape;92;p13"/>
          <p:cNvCxnSpPr/>
          <p:nvPr/>
        </p:nvCxnSpPr>
        <p:spPr>
          <a:xfrm rot="10800000">
            <a:off x="2204950" y="1597150"/>
            <a:ext cx="6962100" cy="2585400"/>
          </a:xfrm>
          <a:prstGeom prst="bentConnector3">
            <a:avLst>
              <a:gd fmla="val 11419" name="adj1"/>
            </a:avLst>
          </a:prstGeom>
          <a:noFill/>
          <a:ln cap="flat" cmpd="sng" w="28575">
            <a:solidFill>
              <a:srgbClr val="FFFFFF"/>
            </a:solidFill>
            <a:prstDash val="solid"/>
            <a:round/>
            <a:headEnd len="med" w="med" type="none"/>
            <a:tailEnd len="med" w="med" type="none"/>
          </a:ln>
        </p:spPr>
      </p:cxnSp>
      <p:cxnSp>
        <p:nvCxnSpPr>
          <p:cNvPr id="93" name="Google Shape;93;p13"/>
          <p:cNvCxnSpPr>
            <a:endCxn id="89" idx="1"/>
          </p:cNvCxnSpPr>
          <p:nvPr/>
        </p:nvCxnSpPr>
        <p:spPr>
          <a:xfrm rot="-5400000">
            <a:off x="1162200" y="3586500"/>
            <a:ext cx="1888200" cy="1364100"/>
          </a:xfrm>
          <a:prstGeom prst="bentConnector2">
            <a:avLst/>
          </a:prstGeom>
          <a:noFill/>
          <a:ln cap="flat" cmpd="sng" w="28575">
            <a:solidFill>
              <a:srgbClr val="FFFFFF"/>
            </a:solidFill>
            <a:prstDash val="solid"/>
            <a:round/>
            <a:headEnd len="med" w="med" type="none"/>
            <a:tailEnd len="med" w="med" type="none"/>
          </a:ln>
        </p:spPr>
      </p:cxnSp>
      <p:cxnSp>
        <p:nvCxnSpPr>
          <p:cNvPr id="94" name="Google Shape;94;p13"/>
          <p:cNvCxnSpPr>
            <a:endCxn id="89" idx="3"/>
          </p:cNvCxnSpPr>
          <p:nvPr/>
        </p:nvCxnSpPr>
        <p:spPr>
          <a:xfrm flipH="1" rot="5400000">
            <a:off x="6084450" y="3595650"/>
            <a:ext cx="1881300" cy="1338900"/>
          </a:xfrm>
          <a:prstGeom prst="bentConnector2">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pos="2880">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BOXES">
  <p:cSld name="CUSTOM_6_1_1_1_1">
    <p:bg>
      <p:bgPr>
        <a:gradFill>
          <a:gsLst>
            <a:gs pos="0">
              <a:srgbClr val="10D6B6">
                <a:alpha val="70588"/>
              </a:srgbClr>
            </a:gs>
            <a:gs pos="100000">
              <a:srgbClr val="7337D4"/>
            </a:gs>
          </a:gsLst>
          <a:lin ang="0" scaled="0"/>
        </a:gradFill>
      </p:bgPr>
    </p:bg>
    <p:spTree>
      <p:nvGrpSpPr>
        <p:cNvPr id="95" name="Shape 95"/>
        <p:cNvGrpSpPr/>
        <p:nvPr/>
      </p:nvGrpSpPr>
      <p:grpSpPr>
        <a:xfrm>
          <a:off x="0" y="0"/>
          <a:ext cx="0" cy="0"/>
          <a:chOff x="0" y="0"/>
          <a:chExt cx="0" cy="0"/>
        </a:xfrm>
      </p:grpSpPr>
      <p:sp>
        <p:nvSpPr>
          <p:cNvPr id="96" name="Google Shape;96;p14"/>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97" name="Google Shape;97;p14"/>
          <p:cNvCxnSpPr>
            <a:stCxn id="96" idx="2"/>
          </p:cNvCxnSpPr>
          <p:nvPr/>
        </p:nvCxnSpPr>
        <p:spPr>
          <a:xfrm>
            <a:off x="4571950" y="986500"/>
            <a:ext cx="4575600" cy="0"/>
          </a:xfrm>
          <a:prstGeom prst="straightConnector1">
            <a:avLst/>
          </a:prstGeom>
          <a:noFill/>
          <a:ln cap="flat" cmpd="sng" w="28575">
            <a:solidFill>
              <a:srgbClr val="FFFFFF"/>
            </a:solidFill>
            <a:prstDash val="solid"/>
            <a:round/>
            <a:headEnd len="med" w="med" type="none"/>
            <a:tailEnd len="med" w="med" type="none"/>
          </a:ln>
        </p:spPr>
      </p:cxnSp>
      <p:sp>
        <p:nvSpPr>
          <p:cNvPr id="98" name="Google Shape;98;p14"/>
          <p:cNvSpPr/>
          <p:nvPr/>
        </p:nvSpPr>
        <p:spPr>
          <a:xfrm>
            <a:off x="1780400" y="1322325"/>
            <a:ext cx="1988100" cy="2065200"/>
          </a:xfrm>
          <a:prstGeom prst="rect">
            <a:avLst/>
          </a:prstGeom>
          <a:solidFill>
            <a:srgbClr val="494ECE">
              <a:alpha val="51540"/>
            </a:srgbClr>
          </a:solidFill>
          <a:ln cap="flat" cmpd="sng" w="28575">
            <a:solidFill>
              <a:srgbClr val="7337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99" name="Google Shape;99;p14"/>
          <p:cNvSpPr txBox="1"/>
          <p:nvPr>
            <p:ph idx="2" type="ctrTitle"/>
          </p:nvPr>
        </p:nvSpPr>
        <p:spPr>
          <a:xfrm>
            <a:off x="2210934" y="2280150"/>
            <a:ext cx="1127100" cy="3192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800"/>
              <a:buNone/>
              <a:defRPr sz="18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00" name="Google Shape;100;p14"/>
          <p:cNvSpPr txBox="1"/>
          <p:nvPr>
            <p:ph idx="1" type="subTitle"/>
          </p:nvPr>
        </p:nvSpPr>
        <p:spPr>
          <a:xfrm>
            <a:off x="2084700" y="2452668"/>
            <a:ext cx="1379700" cy="98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100"/>
              <a:buNone/>
              <a:defRPr sz="1100">
                <a:solidFill>
                  <a:srgbClr val="FFFFFF"/>
                </a:solidFill>
              </a:defRPr>
            </a:lvl1pPr>
            <a:lvl2pPr lvl="1" rtl="0" algn="ctr">
              <a:lnSpc>
                <a:spcPct val="100000"/>
              </a:lnSpc>
              <a:spcBef>
                <a:spcPts val="0"/>
              </a:spcBef>
              <a:spcAft>
                <a:spcPts val="0"/>
              </a:spcAft>
              <a:buClr>
                <a:srgbClr val="FFFFFF"/>
              </a:buClr>
              <a:buSzPts val="1100"/>
              <a:buNone/>
              <a:defRPr sz="1100">
                <a:solidFill>
                  <a:srgbClr val="FFFFFF"/>
                </a:solidFill>
              </a:defRPr>
            </a:lvl2pPr>
            <a:lvl3pPr lvl="2" rtl="0" algn="ctr">
              <a:lnSpc>
                <a:spcPct val="100000"/>
              </a:lnSpc>
              <a:spcBef>
                <a:spcPts val="0"/>
              </a:spcBef>
              <a:spcAft>
                <a:spcPts val="0"/>
              </a:spcAft>
              <a:buClr>
                <a:srgbClr val="FFFFFF"/>
              </a:buClr>
              <a:buSzPts val="1100"/>
              <a:buNone/>
              <a:defRPr sz="1100">
                <a:solidFill>
                  <a:srgbClr val="FFFFFF"/>
                </a:solidFill>
              </a:defRPr>
            </a:lvl3pPr>
            <a:lvl4pPr lvl="3" rtl="0" algn="ctr">
              <a:lnSpc>
                <a:spcPct val="100000"/>
              </a:lnSpc>
              <a:spcBef>
                <a:spcPts val="0"/>
              </a:spcBef>
              <a:spcAft>
                <a:spcPts val="0"/>
              </a:spcAft>
              <a:buClr>
                <a:srgbClr val="FFFFFF"/>
              </a:buClr>
              <a:buSzPts val="1100"/>
              <a:buNone/>
              <a:defRPr sz="1100">
                <a:solidFill>
                  <a:srgbClr val="FFFFFF"/>
                </a:solidFill>
              </a:defRPr>
            </a:lvl4pPr>
            <a:lvl5pPr lvl="4" rtl="0" algn="ctr">
              <a:lnSpc>
                <a:spcPct val="100000"/>
              </a:lnSpc>
              <a:spcBef>
                <a:spcPts val="0"/>
              </a:spcBef>
              <a:spcAft>
                <a:spcPts val="0"/>
              </a:spcAft>
              <a:buClr>
                <a:srgbClr val="FFFFFF"/>
              </a:buClr>
              <a:buSzPts val="1100"/>
              <a:buNone/>
              <a:defRPr sz="1100">
                <a:solidFill>
                  <a:srgbClr val="FFFFFF"/>
                </a:solidFill>
              </a:defRPr>
            </a:lvl5pPr>
            <a:lvl6pPr lvl="5" rtl="0" algn="ctr">
              <a:lnSpc>
                <a:spcPct val="100000"/>
              </a:lnSpc>
              <a:spcBef>
                <a:spcPts val="0"/>
              </a:spcBef>
              <a:spcAft>
                <a:spcPts val="0"/>
              </a:spcAft>
              <a:buClr>
                <a:srgbClr val="FFFFFF"/>
              </a:buClr>
              <a:buSzPts val="1100"/>
              <a:buNone/>
              <a:defRPr sz="1100">
                <a:solidFill>
                  <a:srgbClr val="FFFFFF"/>
                </a:solidFill>
              </a:defRPr>
            </a:lvl6pPr>
            <a:lvl7pPr lvl="6" rtl="0" algn="ctr">
              <a:lnSpc>
                <a:spcPct val="100000"/>
              </a:lnSpc>
              <a:spcBef>
                <a:spcPts val="0"/>
              </a:spcBef>
              <a:spcAft>
                <a:spcPts val="0"/>
              </a:spcAft>
              <a:buClr>
                <a:srgbClr val="FFFFFF"/>
              </a:buClr>
              <a:buSzPts val="1100"/>
              <a:buNone/>
              <a:defRPr sz="1100">
                <a:solidFill>
                  <a:srgbClr val="FFFFFF"/>
                </a:solidFill>
              </a:defRPr>
            </a:lvl7pPr>
            <a:lvl8pPr lvl="7" rtl="0" algn="ctr">
              <a:lnSpc>
                <a:spcPct val="100000"/>
              </a:lnSpc>
              <a:spcBef>
                <a:spcPts val="0"/>
              </a:spcBef>
              <a:spcAft>
                <a:spcPts val="0"/>
              </a:spcAft>
              <a:buClr>
                <a:srgbClr val="FFFFFF"/>
              </a:buClr>
              <a:buSzPts val="1100"/>
              <a:buNone/>
              <a:defRPr sz="1100">
                <a:solidFill>
                  <a:srgbClr val="FFFFFF"/>
                </a:solidFill>
              </a:defRPr>
            </a:lvl8pPr>
            <a:lvl9pPr lvl="8" rtl="0" algn="ctr">
              <a:lnSpc>
                <a:spcPct val="100000"/>
              </a:lnSpc>
              <a:spcBef>
                <a:spcPts val="0"/>
              </a:spcBef>
              <a:spcAft>
                <a:spcPts val="0"/>
              </a:spcAft>
              <a:buClr>
                <a:srgbClr val="FFFFFF"/>
              </a:buClr>
              <a:buSzPts val="1100"/>
              <a:buNone/>
              <a:defRPr sz="1100">
                <a:solidFill>
                  <a:srgbClr val="FFFFFF"/>
                </a:solidFill>
              </a:defRPr>
            </a:lvl9pPr>
          </a:lstStyle>
          <a:p/>
        </p:txBody>
      </p:sp>
      <p:sp>
        <p:nvSpPr>
          <p:cNvPr id="101" name="Google Shape;101;p14"/>
          <p:cNvSpPr/>
          <p:nvPr/>
        </p:nvSpPr>
        <p:spPr>
          <a:xfrm>
            <a:off x="3577850" y="2456125"/>
            <a:ext cx="1988100" cy="2065200"/>
          </a:xfrm>
          <a:prstGeom prst="rect">
            <a:avLst/>
          </a:prstGeom>
          <a:solidFill>
            <a:srgbClr val="00FFFF">
              <a:alpha val="45380"/>
            </a:srgbClr>
          </a:solidFill>
          <a:ln cap="flat" cmpd="sng" w="2857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02" name="Google Shape;102;p14"/>
          <p:cNvSpPr txBox="1"/>
          <p:nvPr>
            <p:ph idx="3" type="ctrTitle"/>
          </p:nvPr>
        </p:nvSpPr>
        <p:spPr>
          <a:xfrm>
            <a:off x="4008384" y="3413950"/>
            <a:ext cx="1127100" cy="3192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800"/>
              <a:buNone/>
              <a:defRPr sz="18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03" name="Google Shape;103;p14"/>
          <p:cNvSpPr txBox="1"/>
          <p:nvPr>
            <p:ph idx="4" type="subTitle"/>
          </p:nvPr>
        </p:nvSpPr>
        <p:spPr>
          <a:xfrm>
            <a:off x="3882150" y="3586468"/>
            <a:ext cx="1379700" cy="98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100"/>
              <a:buNone/>
              <a:defRPr sz="1100">
                <a:solidFill>
                  <a:srgbClr val="FFFFFF"/>
                </a:solidFill>
              </a:defRPr>
            </a:lvl1pPr>
            <a:lvl2pPr lvl="1" rtl="0" algn="ctr">
              <a:lnSpc>
                <a:spcPct val="100000"/>
              </a:lnSpc>
              <a:spcBef>
                <a:spcPts val="0"/>
              </a:spcBef>
              <a:spcAft>
                <a:spcPts val="0"/>
              </a:spcAft>
              <a:buClr>
                <a:srgbClr val="FFFFFF"/>
              </a:buClr>
              <a:buSzPts val="1100"/>
              <a:buNone/>
              <a:defRPr sz="1100">
                <a:solidFill>
                  <a:srgbClr val="FFFFFF"/>
                </a:solidFill>
              </a:defRPr>
            </a:lvl2pPr>
            <a:lvl3pPr lvl="2" rtl="0" algn="ctr">
              <a:lnSpc>
                <a:spcPct val="100000"/>
              </a:lnSpc>
              <a:spcBef>
                <a:spcPts val="0"/>
              </a:spcBef>
              <a:spcAft>
                <a:spcPts val="0"/>
              </a:spcAft>
              <a:buClr>
                <a:srgbClr val="FFFFFF"/>
              </a:buClr>
              <a:buSzPts val="1100"/>
              <a:buNone/>
              <a:defRPr sz="1100">
                <a:solidFill>
                  <a:srgbClr val="FFFFFF"/>
                </a:solidFill>
              </a:defRPr>
            </a:lvl3pPr>
            <a:lvl4pPr lvl="3" rtl="0" algn="ctr">
              <a:lnSpc>
                <a:spcPct val="100000"/>
              </a:lnSpc>
              <a:spcBef>
                <a:spcPts val="0"/>
              </a:spcBef>
              <a:spcAft>
                <a:spcPts val="0"/>
              </a:spcAft>
              <a:buClr>
                <a:srgbClr val="FFFFFF"/>
              </a:buClr>
              <a:buSzPts val="1100"/>
              <a:buNone/>
              <a:defRPr sz="1100">
                <a:solidFill>
                  <a:srgbClr val="FFFFFF"/>
                </a:solidFill>
              </a:defRPr>
            </a:lvl4pPr>
            <a:lvl5pPr lvl="4" rtl="0" algn="ctr">
              <a:lnSpc>
                <a:spcPct val="100000"/>
              </a:lnSpc>
              <a:spcBef>
                <a:spcPts val="0"/>
              </a:spcBef>
              <a:spcAft>
                <a:spcPts val="0"/>
              </a:spcAft>
              <a:buClr>
                <a:srgbClr val="FFFFFF"/>
              </a:buClr>
              <a:buSzPts val="1100"/>
              <a:buNone/>
              <a:defRPr sz="1100">
                <a:solidFill>
                  <a:srgbClr val="FFFFFF"/>
                </a:solidFill>
              </a:defRPr>
            </a:lvl5pPr>
            <a:lvl6pPr lvl="5" rtl="0" algn="ctr">
              <a:lnSpc>
                <a:spcPct val="100000"/>
              </a:lnSpc>
              <a:spcBef>
                <a:spcPts val="0"/>
              </a:spcBef>
              <a:spcAft>
                <a:spcPts val="0"/>
              </a:spcAft>
              <a:buClr>
                <a:srgbClr val="FFFFFF"/>
              </a:buClr>
              <a:buSzPts val="1100"/>
              <a:buNone/>
              <a:defRPr sz="1100">
                <a:solidFill>
                  <a:srgbClr val="FFFFFF"/>
                </a:solidFill>
              </a:defRPr>
            </a:lvl6pPr>
            <a:lvl7pPr lvl="6" rtl="0" algn="ctr">
              <a:lnSpc>
                <a:spcPct val="100000"/>
              </a:lnSpc>
              <a:spcBef>
                <a:spcPts val="0"/>
              </a:spcBef>
              <a:spcAft>
                <a:spcPts val="0"/>
              </a:spcAft>
              <a:buClr>
                <a:srgbClr val="FFFFFF"/>
              </a:buClr>
              <a:buSzPts val="1100"/>
              <a:buNone/>
              <a:defRPr sz="1100">
                <a:solidFill>
                  <a:srgbClr val="FFFFFF"/>
                </a:solidFill>
              </a:defRPr>
            </a:lvl7pPr>
            <a:lvl8pPr lvl="7" rtl="0" algn="ctr">
              <a:lnSpc>
                <a:spcPct val="100000"/>
              </a:lnSpc>
              <a:spcBef>
                <a:spcPts val="0"/>
              </a:spcBef>
              <a:spcAft>
                <a:spcPts val="0"/>
              </a:spcAft>
              <a:buClr>
                <a:srgbClr val="FFFFFF"/>
              </a:buClr>
              <a:buSzPts val="1100"/>
              <a:buNone/>
              <a:defRPr sz="1100">
                <a:solidFill>
                  <a:srgbClr val="FFFFFF"/>
                </a:solidFill>
              </a:defRPr>
            </a:lvl8pPr>
            <a:lvl9pPr lvl="8" rtl="0" algn="ctr">
              <a:lnSpc>
                <a:spcPct val="100000"/>
              </a:lnSpc>
              <a:spcBef>
                <a:spcPts val="0"/>
              </a:spcBef>
              <a:spcAft>
                <a:spcPts val="0"/>
              </a:spcAft>
              <a:buClr>
                <a:srgbClr val="FFFFFF"/>
              </a:buClr>
              <a:buSzPts val="1100"/>
              <a:buNone/>
              <a:defRPr sz="1100">
                <a:solidFill>
                  <a:srgbClr val="FFFFFF"/>
                </a:solidFill>
              </a:defRPr>
            </a:lvl9pPr>
          </a:lstStyle>
          <a:p/>
        </p:txBody>
      </p:sp>
      <p:sp>
        <p:nvSpPr>
          <p:cNvPr id="104" name="Google Shape;104;p14"/>
          <p:cNvSpPr/>
          <p:nvPr/>
        </p:nvSpPr>
        <p:spPr>
          <a:xfrm>
            <a:off x="5375500" y="1322325"/>
            <a:ext cx="1988100" cy="2065200"/>
          </a:xfrm>
          <a:prstGeom prst="rect">
            <a:avLst/>
          </a:prstGeom>
          <a:solidFill>
            <a:srgbClr val="10D6B6">
              <a:alpha val="70590"/>
            </a:srgbClr>
          </a:solidFill>
          <a:ln cap="flat" cmpd="sng" w="28575">
            <a:solidFill>
              <a:srgbClr val="11E4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05" name="Google Shape;105;p14"/>
          <p:cNvSpPr txBox="1"/>
          <p:nvPr>
            <p:ph idx="5" type="ctrTitle"/>
          </p:nvPr>
        </p:nvSpPr>
        <p:spPr>
          <a:xfrm>
            <a:off x="5806034" y="2280150"/>
            <a:ext cx="1127100" cy="3192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800"/>
              <a:buNone/>
              <a:defRPr sz="18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06" name="Google Shape;106;p14"/>
          <p:cNvSpPr txBox="1"/>
          <p:nvPr>
            <p:ph idx="6" type="subTitle"/>
          </p:nvPr>
        </p:nvSpPr>
        <p:spPr>
          <a:xfrm>
            <a:off x="5679800" y="2452668"/>
            <a:ext cx="1379700" cy="98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100"/>
              <a:buNone/>
              <a:defRPr sz="1100">
                <a:solidFill>
                  <a:srgbClr val="FFFFFF"/>
                </a:solidFill>
              </a:defRPr>
            </a:lvl1pPr>
            <a:lvl2pPr lvl="1" rtl="0" algn="ctr">
              <a:lnSpc>
                <a:spcPct val="100000"/>
              </a:lnSpc>
              <a:spcBef>
                <a:spcPts val="0"/>
              </a:spcBef>
              <a:spcAft>
                <a:spcPts val="0"/>
              </a:spcAft>
              <a:buClr>
                <a:srgbClr val="FFFFFF"/>
              </a:buClr>
              <a:buSzPts val="1100"/>
              <a:buNone/>
              <a:defRPr sz="1100">
                <a:solidFill>
                  <a:srgbClr val="FFFFFF"/>
                </a:solidFill>
              </a:defRPr>
            </a:lvl2pPr>
            <a:lvl3pPr lvl="2" rtl="0" algn="ctr">
              <a:lnSpc>
                <a:spcPct val="100000"/>
              </a:lnSpc>
              <a:spcBef>
                <a:spcPts val="0"/>
              </a:spcBef>
              <a:spcAft>
                <a:spcPts val="0"/>
              </a:spcAft>
              <a:buClr>
                <a:srgbClr val="FFFFFF"/>
              </a:buClr>
              <a:buSzPts val="1100"/>
              <a:buNone/>
              <a:defRPr sz="1100">
                <a:solidFill>
                  <a:srgbClr val="FFFFFF"/>
                </a:solidFill>
              </a:defRPr>
            </a:lvl3pPr>
            <a:lvl4pPr lvl="3" rtl="0" algn="ctr">
              <a:lnSpc>
                <a:spcPct val="100000"/>
              </a:lnSpc>
              <a:spcBef>
                <a:spcPts val="0"/>
              </a:spcBef>
              <a:spcAft>
                <a:spcPts val="0"/>
              </a:spcAft>
              <a:buClr>
                <a:srgbClr val="FFFFFF"/>
              </a:buClr>
              <a:buSzPts val="1100"/>
              <a:buNone/>
              <a:defRPr sz="1100">
                <a:solidFill>
                  <a:srgbClr val="FFFFFF"/>
                </a:solidFill>
              </a:defRPr>
            </a:lvl4pPr>
            <a:lvl5pPr lvl="4" rtl="0" algn="ctr">
              <a:lnSpc>
                <a:spcPct val="100000"/>
              </a:lnSpc>
              <a:spcBef>
                <a:spcPts val="0"/>
              </a:spcBef>
              <a:spcAft>
                <a:spcPts val="0"/>
              </a:spcAft>
              <a:buClr>
                <a:srgbClr val="FFFFFF"/>
              </a:buClr>
              <a:buSzPts val="1100"/>
              <a:buNone/>
              <a:defRPr sz="1100">
                <a:solidFill>
                  <a:srgbClr val="FFFFFF"/>
                </a:solidFill>
              </a:defRPr>
            </a:lvl5pPr>
            <a:lvl6pPr lvl="5" rtl="0" algn="ctr">
              <a:lnSpc>
                <a:spcPct val="100000"/>
              </a:lnSpc>
              <a:spcBef>
                <a:spcPts val="0"/>
              </a:spcBef>
              <a:spcAft>
                <a:spcPts val="0"/>
              </a:spcAft>
              <a:buClr>
                <a:srgbClr val="FFFFFF"/>
              </a:buClr>
              <a:buSzPts val="1100"/>
              <a:buNone/>
              <a:defRPr sz="1100">
                <a:solidFill>
                  <a:srgbClr val="FFFFFF"/>
                </a:solidFill>
              </a:defRPr>
            </a:lvl6pPr>
            <a:lvl7pPr lvl="6" rtl="0" algn="ctr">
              <a:lnSpc>
                <a:spcPct val="100000"/>
              </a:lnSpc>
              <a:spcBef>
                <a:spcPts val="0"/>
              </a:spcBef>
              <a:spcAft>
                <a:spcPts val="0"/>
              </a:spcAft>
              <a:buClr>
                <a:srgbClr val="FFFFFF"/>
              </a:buClr>
              <a:buSzPts val="1100"/>
              <a:buNone/>
              <a:defRPr sz="1100">
                <a:solidFill>
                  <a:srgbClr val="FFFFFF"/>
                </a:solidFill>
              </a:defRPr>
            </a:lvl7pPr>
            <a:lvl8pPr lvl="7" rtl="0" algn="ctr">
              <a:lnSpc>
                <a:spcPct val="100000"/>
              </a:lnSpc>
              <a:spcBef>
                <a:spcPts val="0"/>
              </a:spcBef>
              <a:spcAft>
                <a:spcPts val="0"/>
              </a:spcAft>
              <a:buClr>
                <a:srgbClr val="FFFFFF"/>
              </a:buClr>
              <a:buSzPts val="1100"/>
              <a:buNone/>
              <a:defRPr sz="1100">
                <a:solidFill>
                  <a:srgbClr val="FFFFFF"/>
                </a:solidFill>
              </a:defRPr>
            </a:lvl8pPr>
            <a:lvl9pPr lvl="8" rtl="0" algn="ctr">
              <a:lnSpc>
                <a:spcPct val="100000"/>
              </a:lnSpc>
              <a:spcBef>
                <a:spcPts val="0"/>
              </a:spcBef>
              <a:spcAft>
                <a:spcPts val="0"/>
              </a:spcAft>
              <a:buClr>
                <a:srgbClr val="FFFFFF"/>
              </a:buClr>
              <a:buSzPts val="1100"/>
              <a:buNone/>
              <a:defRPr sz="1100">
                <a:solidFill>
                  <a:srgbClr val="FFFFFF"/>
                </a:solidFill>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p:cSld name="CUSTOM_6_1_1_1_1_1">
    <p:bg>
      <p:bgPr>
        <a:gradFill>
          <a:gsLst>
            <a:gs pos="0">
              <a:srgbClr val="10D6B6">
                <a:alpha val="70588"/>
              </a:srgbClr>
            </a:gs>
            <a:gs pos="100000">
              <a:srgbClr val="7337D4"/>
            </a:gs>
          </a:gsLst>
          <a:lin ang="0" scaled="0"/>
        </a:gradFill>
      </p:bgPr>
    </p:bg>
    <p:spTree>
      <p:nvGrpSpPr>
        <p:cNvPr id="107" name="Shape 107"/>
        <p:cNvGrpSpPr/>
        <p:nvPr/>
      </p:nvGrpSpPr>
      <p:grpSpPr>
        <a:xfrm>
          <a:off x="0" y="0"/>
          <a:ext cx="0" cy="0"/>
          <a:chOff x="0" y="0"/>
          <a:chExt cx="0" cy="0"/>
        </a:xfrm>
      </p:grpSpPr>
      <p:sp>
        <p:nvSpPr>
          <p:cNvPr id="108" name="Google Shape;108;p15"/>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109" name="Google Shape;109;p15"/>
          <p:cNvCxnSpPr>
            <a:stCxn id="108" idx="2"/>
          </p:cNvCxnSpPr>
          <p:nvPr/>
        </p:nvCxnSpPr>
        <p:spPr>
          <a:xfrm>
            <a:off x="4571950" y="986500"/>
            <a:ext cx="4575600" cy="0"/>
          </a:xfrm>
          <a:prstGeom prst="straightConnector1">
            <a:avLst/>
          </a:prstGeom>
          <a:noFill/>
          <a:ln cap="flat" cmpd="sng" w="28575">
            <a:solidFill>
              <a:srgbClr val="FFFFFF"/>
            </a:solidFill>
            <a:prstDash val="solid"/>
            <a:round/>
            <a:headEnd len="med" w="med" type="none"/>
            <a:tailEnd len="med" w="med" type="none"/>
          </a:ln>
        </p:spPr>
      </p:cxnSp>
      <p:sp>
        <p:nvSpPr>
          <p:cNvPr id="110" name="Google Shape;110;p15"/>
          <p:cNvSpPr/>
          <p:nvPr/>
        </p:nvSpPr>
        <p:spPr>
          <a:xfrm>
            <a:off x="815350" y="2853050"/>
            <a:ext cx="3594900" cy="1130100"/>
          </a:xfrm>
          <a:prstGeom prst="rect">
            <a:avLst/>
          </a:prstGeom>
          <a:solidFill>
            <a:srgbClr val="494ECE">
              <a:alpha val="51540"/>
            </a:srgbClr>
          </a:solidFill>
          <a:ln cap="flat" cmpd="sng" w="28575">
            <a:solidFill>
              <a:srgbClr val="7337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11" name="Google Shape;111;p15"/>
          <p:cNvSpPr/>
          <p:nvPr/>
        </p:nvSpPr>
        <p:spPr>
          <a:xfrm>
            <a:off x="1878200" y="1616125"/>
            <a:ext cx="5387400" cy="1384200"/>
          </a:xfrm>
          <a:prstGeom prst="rect">
            <a:avLst/>
          </a:prstGeom>
          <a:solidFill>
            <a:srgbClr val="00FFFF">
              <a:alpha val="45380"/>
            </a:srgbClr>
          </a:solidFill>
          <a:ln cap="flat" cmpd="sng" w="2857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12" name="Google Shape;112;p15"/>
          <p:cNvSpPr/>
          <p:nvPr/>
        </p:nvSpPr>
        <p:spPr>
          <a:xfrm>
            <a:off x="4218450" y="3465375"/>
            <a:ext cx="3594900" cy="898200"/>
          </a:xfrm>
          <a:prstGeom prst="rect">
            <a:avLst/>
          </a:prstGeom>
          <a:solidFill>
            <a:srgbClr val="10D6B6">
              <a:alpha val="70590"/>
            </a:srgbClr>
          </a:solidFill>
          <a:ln cap="flat" cmpd="sng" w="28575">
            <a:solidFill>
              <a:srgbClr val="11E4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13" name="Google Shape;113;p15"/>
          <p:cNvSpPr txBox="1"/>
          <p:nvPr>
            <p:ph hasCustomPrompt="1" idx="2" type="title"/>
          </p:nvPr>
        </p:nvSpPr>
        <p:spPr>
          <a:xfrm>
            <a:off x="2637350" y="1882375"/>
            <a:ext cx="3869400" cy="851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7200"/>
              <a:buNone/>
              <a:defRPr sz="7200">
                <a:solidFill>
                  <a:srgbClr val="FFFFFF"/>
                </a:solidFill>
              </a:defRPr>
            </a:lvl1pPr>
            <a:lvl2pPr lvl="1"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114" name="Google Shape;114;p15"/>
          <p:cNvSpPr txBox="1"/>
          <p:nvPr>
            <p:ph hasCustomPrompt="1" idx="3" type="title"/>
          </p:nvPr>
        </p:nvSpPr>
        <p:spPr>
          <a:xfrm>
            <a:off x="967476" y="3129125"/>
            <a:ext cx="32907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4800"/>
              <a:buNone/>
              <a:defRPr sz="48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115" name="Google Shape;115;p15"/>
          <p:cNvSpPr txBox="1"/>
          <p:nvPr>
            <p:ph hasCustomPrompt="1" idx="4" type="title"/>
          </p:nvPr>
        </p:nvSpPr>
        <p:spPr>
          <a:xfrm>
            <a:off x="4414951" y="3629950"/>
            <a:ext cx="32019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3600"/>
              <a:buNone/>
              <a:defRPr sz="36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extLst>
    <p:ext uri="{DCECCB84-F9BA-43D5-87BE-67443E8EF086}">
      <p15:sldGuideLst>
        <p15:guide id="1" pos="2880">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434343"/>
              </a:buClr>
              <a:buSzPts val="2800"/>
              <a:buFont typeface="Saira ExtraCondensed SemiBold"/>
              <a:buNone/>
              <a:defRPr sz="2800">
                <a:solidFill>
                  <a:srgbClr val="434343"/>
                </a:solidFill>
                <a:latin typeface="Saira ExtraCondensed SemiBold"/>
                <a:ea typeface="Saira ExtraCondensed SemiBold"/>
                <a:cs typeface="Saira ExtraCondensed SemiBold"/>
                <a:sym typeface="Saira ExtraCondensed SemiBold"/>
              </a:defRPr>
            </a:lvl1pPr>
            <a:lvl2pPr lvl="1">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2pPr>
            <a:lvl3pPr lvl="2">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3pPr>
            <a:lvl4pPr lvl="3">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4pPr>
            <a:lvl5pPr lvl="4">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5pPr>
            <a:lvl6pPr lvl="5">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6pPr>
            <a:lvl7pPr lvl="6">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7pPr>
            <a:lvl8pPr lvl="7">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8pPr>
            <a:lvl9pPr lvl="8">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rtl="0">
              <a:lnSpc>
                <a:spcPct val="115000"/>
              </a:lnSpc>
              <a:spcBef>
                <a:spcPts val="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1pPr>
            <a:lvl2pPr indent="-304800" lvl="1" marL="9144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2pPr>
            <a:lvl3pPr indent="-304800" lvl="2" marL="13716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3pPr>
            <a:lvl4pPr indent="-304800" lvl="3" marL="18288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4pPr>
            <a:lvl5pPr indent="-304800" lvl="4" marL="22860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5pPr>
            <a:lvl6pPr indent="-304800" lvl="5" marL="27432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6pPr>
            <a:lvl7pPr indent="-304800" lvl="6" marL="32004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7pPr>
            <a:lvl8pPr indent="-304800" lvl="7" marL="36576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8pPr>
            <a:lvl9pPr indent="-304800" lvl="8" marL="4114800" rtl="0">
              <a:lnSpc>
                <a:spcPct val="115000"/>
              </a:lnSpc>
              <a:spcBef>
                <a:spcPts val="1600"/>
              </a:spcBef>
              <a:spcAft>
                <a:spcPts val="160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rgbClr val="666666"/>
                </a:solidFill>
                <a:latin typeface="Roboto Slab Regular"/>
                <a:ea typeface="Roboto Slab Regular"/>
                <a:cs typeface="Roboto Slab Regular"/>
                <a:sym typeface="Roboto Slab Regular"/>
              </a:defRPr>
            </a:lvl1pPr>
            <a:lvl2pPr lvl="1" algn="r">
              <a:buNone/>
              <a:defRPr sz="1300">
                <a:solidFill>
                  <a:srgbClr val="666666"/>
                </a:solidFill>
                <a:latin typeface="Roboto Slab Regular"/>
                <a:ea typeface="Roboto Slab Regular"/>
                <a:cs typeface="Roboto Slab Regular"/>
                <a:sym typeface="Roboto Slab Regular"/>
              </a:defRPr>
            </a:lvl2pPr>
            <a:lvl3pPr lvl="2" algn="r">
              <a:buNone/>
              <a:defRPr sz="1300">
                <a:solidFill>
                  <a:srgbClr val="666666"/>
                </a:solidFill>
                <a:latin typeface="Roboto Slab Regular"/>
                <a:ea typeface="Roboto Slab Regular"/>
                <a:cs typeface="Roboto Slab Regular"/>
                <a:sym typeface="Roboto Slab Regular"/>
              </a:defRPr>
            </a:lvl3pPr>
            <a:lvl4pPr lvl="3" algn="r">
              <a:buNone/>
              <a:defRPr sz="1300">
                <a:solidFill>
                  <a:srgbClr val="666666"/>
                </a:solidFill>
                <a:latin typeface="Roboto Slab Regular"/>
                <a:ea typeface="Roboto Slab Regular"/>
                <a:cs typeface="Roboto Slab Regular"/>
                <a:sym typeface="Roboto Slab Regular"/>
              </a:defRPr>
            </a:lvl4pPr>
            <a:lvl5pPr lvl="4" algn="r">
              <a:buNone/>
              <a:defRPr sz="1300">
                <a:solidFill>
                  <a:srgbClr val="666666"/>
                </a:solidFill>
                <a:latin typeface="Roboto Slab Regular"/>
                <a:ea typeface="Roboto Slab Regular"/>
                <a:cs typeface="Roboto Slab Regular"/>
                <a:sym typeface="Roboto Slab Regular"/>
              </a:defRPr>
            </a:lvl5pPr>
            <a:lvl6pPr lvl="5" algn="r">
              <a:buNone/>
              <a:defRPr sz="1300">
                <a:solidFill>
                  <a:srgbClr val="666666"/>
                </a:solidFill>
                <a:latin typeface="Roboto Slab Regular"/>
                <a:ea typeface="Roboto Slab Regular"/>
                <a:cs typeface="Roboto Slab Regular"/>
                <a:sym typeface="Roboto Slab Regular"/>
              </a:defRPr>
            </a:lvl6pPr>
            <a:lvl7pPr lvl="6" algn="r">
              <a:buNone/>
              <a:defRPr sz="1300">
                <a:solidFill>
                  <a:srgbClr val="666666"/>
                </a:solidFill>
                <a:latin typeface="Roboto Slab Regular"/>
                <a:ea typeface="Roboto Slab Regular"/>
                <a:cs typeface="Roboto Slab Regular"/>
                <a:sym typeface="Roboto Slab Regular"/>
              </a:defRPr>
            </a:lvl7pPr>
            <a:lvl8pPr lvl="7" algn="r">
              <a:buNone/>
              <a:defRPr sz="1300">
                <a:solidFill>
                  <a:srgbClr val="666666"/>
                </a:solidFill>
                <a:latin typeface="Roboto Slab Regular"/>
                <a:ea typeface="Roboto Slab Regular"/>
                <a:cs typeface="Roboto Slab Regular"/>
                <a:sym typeface="Roboto Slab Regular"/>
              </a:defRPr>
            </a:lvl8pPr>
            <a:lvl9pPr lvl="8" algn="r">
              <a:buNone/>
              <a:defRPr sz="1300">
                <a:solidFill>
                  <a:srgbClr val="666666"/>
                </a:solidFill>
                <a:latin typeface="Roboto Slab Regular"/>
                <a:ea typeface="Roboto Slab Regular"/>
                <a:cs typeface="Roboto Slab Regular"/>
                <a:sym typeface="Roboto Slab Regular"/>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0D6B6">
                <a:alpha val="70588"/>
              </a:srgbClr>
            </a:gs>
            <a:gs pos="100000">
              <a:srgbClr val="7337D4"/>
            </a:gs>
          </a:gsLst>
          <a:lin ang="0" scaled="0"/>
        </a:gradFill>
      </p:bgPr>
    </p:bg>
    <p:spTree>
      <p:nvGrpSpPr>
        <p:cNvPr id="119" name="Shape 119"/>
        <p:cNvGrpSpPr/>
        <p:nvPr/>
      </p:nvGrpSpPr>
      <p:grpSpPr>
        <a:xfrm>
          <a:off x="0" y="0"/>
          <a:ext cx="0" cy="0"/>
          <a:chOff x="0" y="0"/>
          <a:chExt cx="0" cy="0"/>
        </a:xfrm>
      </p:grpSpPr>
      <p:sp>
        <p:nvSpPr>
          <p:cNvPr id="120" name="Google Shape;120;p16"/>
          <p:cNvSpPr txBox="1"/>
          <p:nvPr>
            <p:ph idx="1" type="subTitle"/>
          </p:nvPr>
        </p:nvSpPr>
        <p:spPr>
          <a:xfrm flipH="1">
            <a:off x="1144725" y="3316575"/>
            <a:ext cx="2304000" cy="67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Ivo Kostovski</a:t>
            </a:r>
            <a:endParaRPr/>
          </a:p>
          <a:p>
            <a:pPr indent="0" lvl="0" marL="0" rtl="0" algn="l">
              <a:spcBef>
                <a:spcPts val="0"/>
              </a:spcBef>
              <a:spcAft>
                <a:spcPts val="0"/>
              </a:spcAft>
              <a:buNone/>
            </a:pPr>
            <a:r>
              <a:rPr lang="es"/>
              <a:t>Front End Developer</a:t>
            </a:r>
            <a:endParaRPr/>
          </a:p>
        </p:txBody>
      </p:sp>
      <p:sp>
        <p:nvSpPr>
          <p:cNvPr id="121" name="Google Shape;121;p16"/>
          <p:cNvSpPr txBox="1"/>
          <p:nvPr>
            <p:ph type="ctrTitle"/>
          </p:nvPr>
        </p:nvSpPr>
        <p:spPr>
          <a:xfrm flipH="1">
            <a:off x="287000" y="2646075"/>
            <a:ext cx="4782900" cy="670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CSS PREPROCESSORS</a:t>
            </a:r>
            <a:endParaRPr>
              <a:latin typeface="Saira ExtraCondensed SemiBold"/>
              <a:ea typeface="Saira ExtraCondensed SemiBold"/>
              <a:cs typeface="Saira ExtraCondensed SemiBold"/>
              <a:sym typeface="Saira ExtraCondensed SemiBold"/>
            </a:endParaRPr>
          </a:p>
        </p:txBody>
      </p:sp>
      <p:pic>
        <p:nvPicPr>
          <p:cNvPr id="122" name="Google Shape;122;p16"/>
          <p:cNvPicPr preferRelativeResize="0"/>
          <p:nvPr/>
        </p:nvPicPr>
        <p:blipFill>
          <a:blip r:embed="rId3">
            <a:alphaModFix/>
          </a:blip>
          <a:stretch>
            <a:fillRect/>
          </a:stretch>
        </p:blipFill>
        <p:spPr>
          <a:xfrm>
            <a:off x="3932575" y="335075"/>
            <a:ext cx="4300148" cy="423104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7"/>
          <p:cNvPicPr preferRelativeResize="0"/>
          <p:nvPr/>
        </p:nvPicPr>
        <p:blipFill>
          <a:blip r:embed="rId3">
            <a:alphaModFix/>
          </a:blip>
          <a:stretch>
            <a:fillRect/>
          </a:stretch>
        </p:blipFill>
        <p:spPr>
          <a:xfrm flipH="1">
            <a:off x="4507212" y="1092475"/>
            <a:ext cx="3442363" cy="3151851"/>
          </a:xfrm>
          <a:prstGeom prst="rect">
            <a:avLst/>
          </a:prstGeom>
          <a:noFill/>
          <a:ln>
            <a:noFill/>
          </a:ln>
        </p:spPr>
      </p:pic>
      <p:sp>
        <p:nvSpPr>
          <p:cNvPr id="128" name="Google Shape;128;p17"/>
          <p:cNvSpPr txBox="1"/>
          <p:nvPr>
            <p:ph idx="2" type="ctrTitle"/>
          </p:nvPr>
        </p:nvSpPr>
        <p:spPr>
          <a:xfrm>
            <a:off x="2102537" y="2540048"/>
            <a:ext cx="32943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BEM</a:t>
            </a:r>
            <a:endParaRPr/>
          </a:p>
        </p:txBody>
      </p:sp>
      <p:sp>
        <p:nvSpPr>
          <p:cNvPr id="129" name="Google Shape;129;p17"/>
          <p:cNvSpPr txBox="1"/>
          <p:nvPr>
            <p:ph type="title"/>
          </p:nvPr>
        </p:nvSpPr>
        <p:spPr>
          <a:xfrm>
            <a:off x="303938" y="1858700"/>
            <a:ext cx="1444800" cy="1619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01</a:t>
            </a:r>
            <a:endParaRPr/>
          </a:p>
        </p:txBody>
      </p:sp>
      <p:sp>
        <p:nvSpPr>
          <p:cNvPr id="130" name="Google Shape;130;p17"/>
          <p:cNvSpPr txBox="1"/>
          <p:nvPr>
            <p:ph idx="1" type="subTitle"/>
          </p:nvPr>
        </p:nvSpPr>
        <p:spPr>
          <a:xfrm>
            <a:off x="2109125" y="2952184"/>
            <a:ext cx="1906500" cy="7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methodology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Block Element Modifier</a:t>
            </a:r>
            <a:endParaRPr>
              <a:latin typeface="Saira ExtraCondensed SemiBold"/>
              <a:ea typeface="Saira ExtraCondensed SemiBold"/>
              <a:cs typeface="Saira ExtraCondensed SemiBold"/>
              <a:sym typeface="Saira ExtraCondensed SemiBold"/>
            </a:endParaRPr>
          </a:p>
        </p:txBody>
      </p:sp>
      <p:sp>
        <p:nvSpPr>
          <p:cNvPr id="136" name="Google Shape;136;p18"/>
          <p:cNvSpPr txBox="1"/>
          <p:nvPr>
            <p:ph idx="4294967295" type="subTitle"/>
          </p:nvPr>
        </p:nvSpPr>
        <p:spPr>
          <a:xfrm flipH="1">
            <a:off x="535650" y="1413525"/>
            <a:ext cx="8108400" cy="3219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500">
                <a:solidFill>
                  <a:srgbClr val="FFFFFF"/>
                </a:solidFill>
              </a:rPr>
              <a:t>The Block, Element, Modifier methodology (commonly referred to as BEM) is a popular naming convention for classes in HTML and CSS. Developed by the team at Yandex, its goal is to help developers better understand the relationship between the HTML and CSS in a given project.</a:t>
            </a:r>
            <a:endParaRPr sz="15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Why should we consider BEM?</a:t>
            </a:r>
            <a:endParaRPr>
              <a:latin typeface="Saira ExtraCondensed SemiBold"/>
              <a:ea typeface="Saira ExtraCondensed SemiBold"/>
              <a:cs typeface="Saira ExtraCondensed SemiBold"/>
              <a:sym typeface="Saira ExtraCondensed SemiBold"/>
            </a:endParaRPr>
          </a:p>
        </p:txBody>
      </p:sp>
      <p:sp>
        <p:nvSpPr>
          <p:cNvPr id="142" name="Google Shape;142;p19"/>
          <p:cNvSpPr txBox="1"/>
          <p:nvPr>
            <p:ph idx="4294967295" type="subTitle"/>
          </p:nvPr>
        </p:nvSpPr>
        <p:spPr>
          <a:xfrm flipH="1">
            <a:off x="535650" y="1413525"/>
            <a:ext cx="8108400" cy="321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00">
                <a:solidFill>
                  <a:srgbClr val="FFFFFF"/>
                </a:solidFill>
              </a:rPr>
              <a:t>If we want to make a new style of a component, we can easily see which modifiers and children already exist. We might even realize we don’t need to write any CSS in the first place because there is a pre-existing modifier that does what we need.</a:t>
            </a:r>
            <a:endParaRPr sz="1500">
              <a:solidFill>
                <a:srgbClr val="FFFFFF"/>
              </a:solidFill>
            </a:endParaRPr>
          </a:p>
          <a:p>
            <a:pPr indent="0" lvl="0" marL="0" rtl="0" algn="l">
              <a:spcBef>
                <a:spcPts val="1600"/>
              </a:spcBef>
              <a:spcAft>
                <a:spcPts val="0"/>
              </a:spcAft>
              <a:buClr>
                <a:schemeClr val="dk1"/>
              </a:buClr>
              <a:buSzPts val="1100"/>
              <a:buFont typeface="Arial"/>
              <a:buNone/>
            </a:pPr>
            <a:r>
              <a:rPr lang="es" sz="1500">
                <a:solidFill>
                  <a:srgbClr val="FFFFFF"/>
                </a:solidFill>
              </a:rPr>
              <a:t>If we are reading the markup instead of CSS, we should be able to quickly get an idea of which element depends on another (in the previous example we can see that .btn__price depends on .btn, even if we don’t know what that does just yet.)</a:t>
            </a:r>
            <a:endParaRPr sz="1500">
              <a:solidFill>
                <a:srgbClr val="FFFFFF"/>
              </a:solidFill>
            </a:endParaRPr>
          </a:p>
          <a:p>
            <a:pPr indent="0" lvl="0" marL="0" rtl="0" algn="l">
              <a:spcBef>
                <a:spcPts val="1600"/>
              </a:spcBef>
              <a:spcAft>
                <a:spcPts val="0"/>
              </a:spcAft>
              <a:buClr>
                <a:schemeClr val="dk1"/>
              </a:buClr>
              <a:buSzPts val="1100"/>
              <a:buFont typeface="Arial"/>
              <a:buNone/>
            </a:pPr>
            <a:r>
              <a:rPr lang="es" sz="1500">
                <a:solidFill>
                  <a:srgbClr val="FFFFFF"/>
                </a:solidFill>
              </a:rPr>
              <a:t>Designers and developers can consistently name components for easier communication between team members. In other words, BEM gives everyone on a project a declarative syntax that they can share so that they’re on the same page.</a:t>
            </a:r>
            <a:endParaRPr sz="1500">
              <a:solidFill>
                <a:srgbClr val="FFFFFF"/>
              </a:solidFill>
            </a:endParaRPr>
          </a:p>
          <a:p>
            <a:pPr indent="0" lvl="0" marL="0" rtl="0" algn="l">
              <a:spcBef>
                <a:spcPts val="1600"/>
              </a:spcBef>
              <a:spcAft>
                <a:spcPts val="1600"/>
              </a:spcAft>
              <a:buNone/>
            </a:pPr>
            <a:r>
              <a:t/>
            </a:r>
            <a:endParaRPr sz="150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ctrTitle"/>
          </p:nvPr>
        </p:nvSpPr>
        <p:spPr>
          <a:xfrm flipH="1">
            <a:off x="1196775" y="137225"/>
            <a:ext cx="65976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The think - build - architect mindset</a:t>
            </a:r>
            <a:endParaRPr>
              <a:latin typeface="Saira ExtraCondensed SemiBold"/>
              <a:ea typeface="Saira ExtraCondensed SemiBold"/>
              <a:cs typeface="Saira ExtraCondensed SemiBold"/>
              <a:sym typeface="Saira ExtraCondensed SemiBold"/>
            </a:endParaRPr>
          </a:p>
        </p:txBody>
      </p:sp>
      <p:pic>
        <p:nvPicPr>
          <p:cNvPr id="148" name="Google Shape;148;p20"/>
          <p:cNvPicPr preferRelativeResize="0"/>
          <p:nvPr/>
        </p:nvPicPr>
        <p:blipFill>
          <a:blip r:embed="rId3">
            <a:alphaModFix/>
          </a:blip>
          <a:stretch>
            <a:fillRect/>
          </a:stretch>
        </p:blipFill>
        <p:spPr>
          <a:xfrm>
            <a:off x="268575" y="1170025"/>
            <a:ext cx="8490949" cy="3647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1"/>
          <p:cNvSpPr txBox="1"/>
          <p:nvPr>
            <p:ph type="ctrTitle"/>
          </p:nvPr>
        </p:nvSpPr>
        <p:spPr>
          <a:xfrm flipH="1">
            <a:off x="1196775" y="137225"/>
            <a:ext cx="65976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Thinking about the layout</a:t>
            </a:r>
            <a:endParaRPr>
              <a:latin typeface="Saira ExtraCondensed SemiBold"/>
              <a:ea typeface="Saira ExtraCondensed SemiBold"/>
              <a:cs typeface="Saira ExtraCondensed SemiBold"/>
              <a:sym typeface="Saira ExtraCondensed SemiBold"/>
            </a:endParaRPr>
          </a:p>
        </p:txBody>
      </p:sp>
      <p:pic>
        <p:nvPicPr>
          <p:cNvPr id="154" name="Google Shape;154;p21"/>
          <p:cNvPicPr preferRelativeResize="0"/>
          <p:nvPr/>
        </p:nvPicPr>
        <p:blipFill>
          <a:blip r:embed="rId3">
            <a:alphaModFix/>
          </a:blip>
          <a:stretch>
            <a:fillRect/>
          </a:stretch>
        </p:blipFill>
        <p:spPr>
          <a:xfrm>
            <a:off x="152400" y="1123825"/>
            <a:ext cx="8839202" cy="37181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ctrTitle"/>
          </p:nvPr>
        </p:nvSpPr>
        <p:spPr>
          <a:xfrm flipH="1">
            <a:off x="1196775" y="137225"/>
            <a:ext cx="65976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Building with meaningful class names</a:t>
            </a:r>
            <a:endParaRPr>
              <a:latin typeface="Saira ExtraCondensed SemiBold"/>
              <a:ea typeface="Saira ExtraCondensed SemiBold"/>
              <a:cs typeface="Saira ExtraCondensed SemiBold"/>
              <a:sym typeface="Saira ExtraCondensed SemiBold"/>
            </a:endParaRPr>
          </a:p>
        </p:txBody>
      </p:sp>
      <p:pic>
        <p:nvPicPr>
          <p:cNvPr id="160" name="Google Shape;160;p22"/>
          <p:cNvPicPr preferRelativeResize="0"/>
          <p:nvPr/>
        </p:nvPicPr>
        <p:blipFill>
          <a:blip r:embed="rId3">
            <a:alphaModFix/>
          </a:blip>
          <a:stretch>
            <a:fillRect/>
          </a:stretch>
        </p:blipFill>
        <p:spPr>
          <a:xfrm>
            <a:off x="346238" y="951525"/>
            <a:ext cx="8451521" cy="4030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ctrTitle"/>
          </p:nvPr>
        </p:nvSpPr>
        <p:spPr>
          <a:xfrm flipH="1">
            <a:off x="1196775" y="137225"/>
            <a:ext cx="65976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Architect with files and folders</a:t>
            </a:r>
            <a:endParaRPr>
              <a:latin typeface="Saira ExtraCondensed SemiBold"/>
              <a:ea typeface="Saira ExtraCondensed SemiBold"/>
              <a:cs typeface="Saira ExtraCondensed SemiBold"/>
              <a:sym typeface="Saira ExtraCondensed SemiBold"/>
            </a:endParaRPr>
          </a:p>
        </p:txBody>
      </p:sp>
      <p:pic>
        <p:nvPicPr>
          <p:cNvPr id="166" name="Google Shape;166;p23"/>
          <p:cNvPicPr preferRelativeResize="0"/>
          <p:nvPr/>
        </p:nvPicPr>
        <p:blipFill>
          <a:blip r:embed="rId3">
            <a:alphaModFix/>
          </a:blip>
          <a:stretch>
            <a:fillRect/>
          </a:stretch>
        </p:blipFill>
        <p:spPr>
          <a:xfrm>
            <a:off x="513263" y="951525"/>
            <a:ext cx="8117474" cy="4030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CSS Preprocessors</a:t>
            </a:r>
            <a:endParaRPr>
              <a:latin typeface="Saira ExtraCondensed SemiBold"/>
              <a:ea typeface="Saira ExtraCondensed SemiBold"/>
              <a:cs typeface="Saira ExtraCondensed SemiBold"/>
              <a:sym typeface="Saira ExtraCondensed SemiBold"/>
            </a:endParaRPr>
          </a:p>
        </p:txBody>
      </p:sp>
      <p:sp>
        <p:nvSpPr>
          <p:cNvPr id="172" name="Google Shape;172;p24"/>
          <p:cNvSpPr txBox="1"/>
          <p:nvPr>
            <p:ph idx="4294967295" type="subTitle"/>
          </p:nvPr>
        </p:nvSpPr>
        <p:spPr>
          <a:xfrm flipH="1">
            <a:off x="535650" y="1413525"/>
            <a:ext cx="8108400" cy="3219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500">
                <a:solidFill>
                  <a:srgbClr val="FFFFFF"/>
                </a:solidFill>
              </a:rPr>
              <a:t>A CSS preprocessor is a program that lets you generate CSS from the preprocessor's own unique syntax. There are many CSS preprocessors to choose from, however most CSS preprocessors will add some features that don't exist in pure CSS, such as mixin, nesting selector, inheritance selector, and so on. These features make the CSS structure more readable and easier to maintain.</a:t>
            </a:r>
            <a:endParaRPr sz="1500">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5"/>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SASS</a:t>
            </a:r>
            <a:endParaRPr>
              <a:latin typeface="Saira ExtraCondensed SemiBold"/>
              <a:ea typeface="Saira ExtraCondensed SemiBold"/>
              <a:cs typeface="Saira ExtraCondensed SemiBold"/>
              <a:sym typeface="Saira ExtraCondensed SemiBold"/>
            </a:endParaRPr>
          </a:p>
        </p:txBody>
      </p:sp>
      <p:sp>
        <p:nvSpPr>
          <p:cNvPr id="178" name="Google Shape;178;p25"/>
          <p:cNvSpPr txBox="1"/>
          <p:nvPr>
            <p:ph idx="4294967295" type="subTitle"/>
          </p:nvPr>
        </p:nvSpPr>
        <p:spPr>
          <a:xfrm flipH="1">
            <a:off x="535650" y="1413525"/>
            <a:ext cx="8108400" cy="32193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s" sz="1700">
                <a:solidFill>
                  <a:srgbClr val="FFFFFF"/>
                </a:solidFill>
              </a:rPr>
              <a:t>Sass is a CSS preprocessor, an extension of CSS that adds</a:t>
            </a:r>
            <a:br>
              <a:rPr lang="es" sz="1700">
                <a:solidFill>
                  <a:srgbClr val="FFFFFF"/>
                </a:solidFill>
              </a:rPr>
            </a:br>
            <a:r>
              <a:rPr lang="es" sz="1700">
                <a:solidFill>
                  <a:srgbClr val="FFFFFF"/>
                </a:solidFill>
              </a:rPr>
              <a:t>power and elegance to the basic language.</a:t>
            </a:r>
            <a:endParaRPr sz="1700">
              <a:solidFill>
                <a:srgbClr val="FFFFFF"/>
              </a:solidFill>
            </a:endParaRPr>
          </a:p>
        </p:txBody>
      </p:sp>
      <p:pic>
        <p:nvPicPr>
          <p:cNvPr id="179" name="Google Shape;179;p25"/>
          <p:cNvPicPr preferRelativeResize="0"/>
          <p:nvPr/>
        </p:nvPicPr>
        <p:blipFill>
          <a:blip r:embed="rId3">
            <a:alphaModFix/>
          </a:blip>
          <a:stretch>
            <a:fillRect/>
          </a:stretch>
        </p:blipFill>
        <p:spPr>
          <a:xfrm>
            <a:off x="633612" y="2631476"/>
            <a:ext cx="7702526" cy="969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6"/>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Syntax</a:t>
            </a:r>
            <a:endParaRPr>
              <a:latin typeface="Saira ExtraCondensed SemiBold"/>
              <a:ea typeface="Saira ExtraCondensed SemiBold"/>
              <a:cs typeface="Saira ExtraCondensed SemiBold"/>
              <a:sym typeface="Saira ExtraCondensed SemiBold"/>
            </a:endParaRPr>
          </a:p>
        </p:txBody>
      </p:sp>
      <p:sp>
        <p:nvSpPr>
          <p:cNvPr id="185" name="Google Shape;185;p26"/>
          <p:cNvSpPr txBox="1"/>
          <p:nvPr>
            <p:ph idx="4294967295" type="subTitle"/>
          </p:nvPr>
        </p:nvSpPr>
        <p:spPr>
          <a:xfrm flipH="1">
            <a:off x="355350" y="1161925"/>
            <a:ext cx="8288700" cy="3471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s" sz="1500">
                <a:solidFill>
                  <a:srgbClr val="FFFFFF"/>
                </a:solidFill>
              </a:rPr>
              <a:t>SCSS											 SASS</a:t>
            </a:r>
            <a:endParaRPr sz="1500">
              <a:solidFill>
                <a:srgbClr val="FFFFFF"/>
              </a:solidFill>
            </a:endParaRPr>
          </a:p>
        </p:txBody>
      </p:sp>
      <p:pic>
        <p:nvPicPr>
          <p:cNvPr id="186" name="Google Shape;186;p26"/>
          <p:cNvPicPr preferRelativeResize="0"/>
          <p:nvPr/>
        </p:nvPicPr>
        <p:blipFill>
          <a:blip r:embed="rId3">
            <a:alphaModFix/>
          </a:blip>
          <a:stretch>
            <a:fillRect/>
          </a:stretch>
        </p:blipFill>
        <p:spPr>
          <a:xfrm>
            <a:off x="599475" y="1613175"/>
            <a:ext cx="3034299" cy="3263675"/>
          </a:xfrm>
          <a:prstGeom prst="rect">
            <a:avLst/>
          </a:prstGeom>
          <a:noFill/>
          <a:ln>
            <a:noFill/>
          </a:ln>
        </p:spPr>
      </p:pic>
      <p:pic>
        <p:nvPicPr>
          <p:cNvPr id="187" name="Google Shape;187;p26"/>
          <p:cNvPicPr preferRelativeResize="0"/>
          <p:nvPr/>
        </p:nvPicPr>
        <p:blipFill>
          <a:blip r:embed="rId4">
            <a:alphaModFix/>
          </a:blip>
          <a:stretch>
            <a:fillRect/>
          </a:stretch>
        </p:blipFill>
        <p:spPr>
          <a:xfrm>
            <a:off x="5348476" y="1613175"/>
            <a:ext cx="3163148" cy="32636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Main Sass features</a:t>
            </a:r>
            <a:endParaRPr>
              <a:latin typeface="Saira ExtraCondensed SemiBold"/>
              <a:ea typeface="Saira ExtraCondensed SemiBold"/>
              <a:cs typeface="Saira ExtraCondensed SemiBold"/>
              <a:sym typeface="Saira ExtraCondensed SemiBold"/>
            </a:endParaRPr>
          </a:p>
        </p:txBody>
      </p:sp>
      <p:pic>
        <p:nvPicPr>
          <p:cNvPr id="193" name="Google Shape;193;p27"/>
          <p:cNvPicPr preferRelativeResize="0"/>
          <p:nvPr/>
        </p:nvPicPr>
        <p:blipFill>
          <a:blip r:embed="rId3">
            <a:alphaModFix/>
          </a:blip>
          <a:stretch>
            <a:fillRect/>
          </a:stretch>
        </p:blipFill>
        <p:spPr>
          <a:xfrm>
            <a:off x="304600" y="985975"/>
            <a:ext cx="8534791" cy="4030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8"/>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The FE Team</a:t>
            </a:r>
            <a:endParaRPr/>
          </a:p>
        </p:txBody>
      </p:sp>
      <p:sp>
        <p:nvSpPr>
          <p:cNvPr id="199" name="Google Shape;199;p28"/>
          <p:cNvSpPr txBox="1"/>
          <p:nvPr>
            <p:ph idx="4294967295" type="subTitle"/>
          </p:nvPr>
        </p:nvSpPr>
        <p:spPr>
          <a:xfrm>
            <a:off x="2004700" y="3867250"/>
            <a:ext cx="1673100" cy="82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Front End Developer</a:t>
            </a:r>
            <a:endParaRPr>
              <a:solidFill>
                <a:srgbClr val="FFFFFF"/>
              </a:solidFill>
            </a:endParaRPr>
          </a:p>
        </p:txBody>
      </p:sp>
      <p:sp>
        <p:nvSpPr>
          <p:cNvPr id="200" name="Google Shape;200;p28"/>
          <p:cNvSpPr txBox="1"/>
          <p:nvPr>
            <p:ph idx="4294967295" type="subTitle"/>
          </p:nvPr>
        </p:nvSpPr>
        <p:spPr>
          <a:xfrm>
            <a:off x="5635325" y="3867250"/>
            <a:ext cx="1673100" cy="82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chemeClr val="lt1"/>
                </a:solidFill>
              </a:rPr>
              <a:t>Front End Developer</a:t>
            </a:r>
            <a:endParaRPr>
              <a:solidFill>
                <a:srgbClr val="FFFFFF"/>
              </a:solidFill>
            </a:endParaRPr>
          </a:p>
        </p:txBody>
      </p:sp>
      <p:sp>
        <p:nvSpPr>
          <p:cNvPr id="201" name="Google Shape;201;p28"/>
          <p:cNvSpPr txBox="1"/>
          <p:nvPr>
            <p:ph type="ctrTitle"/>
          </p:nvPr>
        </p:nvSpPr>
        <p:spPr>
          <a:xfrm>
            <a:off x="3491650" y="1427150"/>
            <a:ext cx="1059900" cy="644700"/>
          </a:xfrm>
          <a:prstGeom prst="rect">
            <a:avLst/>
          </a:prstGeom>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s" sz="1800">
                <a:latin typeface="Saira ExtraCondensed Medium"/>
                <a:ea typeface="Saira ExtraCondensed Medium"/>
                <a:cs typeface="Saira ExtraCondensed Medium"/>
                <a:sym typeface="Saira ExtraCondensed Medium"/>
              </a:rPr>
              <a:t>IVO</a:t>
            </a:r>
            <a:br>
              <a:rPr lang="es" sz="1800">
                <a:latin typeface="Saira ExtraCondensed Medium"/>
                <a:ea typeface="Saira ExtraCondensed Medium"/>
                <a:cs typeface="Saira ExtraCondensed Medium"/>
                <a:sym typeface="Saira ExtraCondensed Medium"/>
              </a:rPr>
            </a:br>
            <a:r>
              <a:rPr lang="es" sz="1800">
                <a:latin typeface="Saira ExtraCondensed Medium"/>
                <a:ea typeface="Saira ExtraCondensed Medium"/>
                <a:cs typeface="Saira ExtraCondensed Medium"/>
                <a:sym typeface="Saira ExtraCondensed Medium"/>
              </a:rPr>
              <a:t>KOSTOVSKI</a:t>
            </a:r>
            <a:endParaRPr sz="1800">
              <a:solidFill>
                <a:srgbClr val="FFFFFF"/>
              </a:solidFill>
              <a:latin typeface="Saira ExtraCondensed Medium"/>
              <a:ea typeface="Saira ExtraCondensed Medium"/>
              <a:cs typeface="Saira ExtraCondensed Medium"/>
              <a:sym typeface="Saira ExtraCondensed Medium"/>
            </a:endParaRPr>
          </a:p>
        </p:txBody>
      </p:sp>
      <p:sp>
        <p:nvSpPr>
          <p:cNvPr id="202" name="Google Shape;202;p28"/>
          <p:cNvSpPr txBox="1"/>
          <p:nvPr>
            <p:ph idx="4294967295" type="ctrTitle"/>
          </p:nvPr>
        </p:nvSpPr>
        <p:spPr>
          <a:xfrm>
            <a:off x="7115450" y="1417525"/>
            <a:ext cx="1059900" cy="644700"/>
          </a:xfrm>
          <a:prstGeom prst="rect">
            <a:avLst/>
          </a:prstGeom>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s" sz="1800">
                <a:solidFill>
                  <a:srgbClr val="FFFFFF"/>
                </a:solidFill>
                <a:latin typeface="Saira ExtraCondensed Medium"/>
                <a:ea typeface="Saira ExtraCondensed Medium"/>
                <a:cs typeface="Saira ExtraCondensed Medium"/>
                <a:sym typeface="Saira ExtraCondensed Medium"/>
              </a:rPr>
              <a:t>GjORGE</a:t>
            </a:r>
            <a:br>
              <a:rPr lang="es" sz="1800">
                <a:solidFill>
                  <a:srgbClr val="FFFFFF"/>
                </a:solidFill>
                <a:latin typeface="Saira ExtraCondensed Medium"/>
                <a:ea typeface="Saira ExtraCondensed Medium"/>
                <a:cs typeface="Saira ExtraCondensed Medium"/>
                <a:sym typeface="Saira ExtraCondensed Medium"/>
              </a:rPr>
            </a:br>
            <a:r>
              <a:rPr lang="es" sz="1800">
                <a:solidFill>
                  <a:srgbClr val="FFFFFF"/>
                </a:solidFill>
                <a:latin typeface="Saira ExtraCondensed Medium"/>
                <a:ea typeface="Saira ExtraCondensed Medium"/>
                <a:cs typeface="Saira ExtraCondensed Medium"/>
                <a:sym typeface="Saira ExtraCondensed Medium"/>
              </a:rPr>
              <a:t>DIMITROV</a:t>
            </a:r>
            <a:endParaRPr sz="1800">
              <a:solidFill>
                <a:srgbClr val="FFFFFF"/>
              </a:solidFill>
              <a:latin typeface="Saira ExtraCondensed Medium"/>
              <a:ea typeface="Saira ExtraCondensed Medium"/>
              <a:cs typeface="Saira ExtraCondensed Medium"/>
              <a:sym typeface="Saira ExtraCondensed Medium"/>
            </a:endParaRPr>
          </a:p>
        </p:txBody>
      </p:sp>
      <p:cxnSp>
        <p:nvCxnSpPr>
          <p:cNvPr id="203" name="Google Shape;203;p28"/>
          <p:cNvCxnSpPr/>
          <p:nvPr/>
        </p:nvCxnSpPr>
        <p:spPr>
          <a:xfrm>
            <a:off x="1961050" y="3491725"/>
            <a:ext cx="0" cy="597300"/>
          </a:xfrm>
          <a:prstGeom prst="straightConnector1">
            <a:avLst/>
          </a:prstGeom>
          <a:noFill/>
          <a:ln cap="flat" cmpd="sng" w="19050">
            <a:solidFill>
              <a:srgbClr val="FFFFFF"/>
            </a:solidFill>
            <a:prstDash val="solid"/>
            <a:round/>
            <a:headEnd len="med" w="med" type="none"/>
            <a:tailEnd len="med" w="med" type="none"/>
          </a:ln>
        </p:spPr>
      </p:cxnSp>
      <p:cxnSp>
        <p:nvCxnSpPr>
          <p:cNvPr id="204" name="Google Shape;204;p28"/>
          <p:cNvCxnSpPr/>
          <p:nvPr/>
        </p:nvCxnSpPr>
        <p:spPr>
          <a:xfrm>
            <a:off x="5564225" y="3491725"/>
            <a:ext cx="0" cy="597300"/>
          </a:xfrm>
          <a:prstGeom prst="straightConnector1">
            <a:avLst/>
          </a:prstGeom>
          <a:noFill/>
          <a:ln cap="flat" cmpd="sng" w="19050">
            <a:solidFill>
              <a:srgbClr val="FFFFFF"/>
            </a:solidFill>
            <a:prstDash val="solid"/>
            <a:round/>
            <a:headEnd len="med" w="med" type="none"/>
            <a:tailEnd len="med" w="med" type="none"/>
          </a:ln>
        </p:spPr>
      </p:cxnSp>
      <p:pic>
        <p:nvPicPr>
          <p:cNvPr id="205" name="Google Shape;205;p28"/>
          <p:cNvPicPr preferRelativeResize="0"/>
          <p:nvPr/>
        </p:nvPicPr>
        <p:blipFill>
          <a:blip r:embed="rId3">
            <a:alphaModFix/>
          </a:blip>
          <a:stretch>
            <a:fillRect/>
          </a:stretch>
        </p:blipFill>
        <p:spPr>
          <a:xfrm>
            <a:off x="1671650" y="1339550"/>
            <a:ext cx="2464401" cy="2464401"/>
          </a:xfrm>
          <a:prstGeom prst="rect">
            <a:avLst/>
          </a:prstGeom>
          <a:noFill/>
          <a:ln>
            <a:noFill/>
          </a:ln>
        </p:spPr>
      </p:pic>
      <p:pic>
        <p:nvPicPr>
          <p:cNvPr id="206" name="Google Shape;206;p28"/>
          <p:cNvPicPr preferRelativeResize="0"/>
          <p:nvPr/>
        </p:nvPicPr>
        <p:blipFill>
          <a:blip r:embed="rId3">
            <a:alphaModFix/>
          </a:blip>
          <a:stretch>
            <a:fillRect/>
          </a:stretch>
        </p:blipFill>
        <p:spPr>
          <a:xfrm>
            <a:off x="5239675" y="1427150"/>
            <a:ext cx="2464401" cy="24644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9"/>
          <p:cNvSpPr txBox="1"/>
          <p:nvPr>
            <p:ph type="ctrTitle"/>
          </p:nvPr>
        </p:nvSpPr>
        <p:spPr>
          <a:xfrm>
            <a:off x="477026" y="1862650"/>
            <a:ext cx="4209300" cy="8517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s"/>
              <a:t>THANKS</a:t>
            </a:r>
            <a:endParaRPr/>
          </a:p>
        </p:txBody>
      </p:sp>
      <p:sp>
        <p:nvSpPr>
          <p:cNvPr id="212" name="Google Shape;212;p29"/>
          <p:cNvSpPr txBox="1"/>
          <p:nvPr>
            <p:ph idx="1" type="subTitle"/>
          </p:nvPr>
        </p:nvSpPr>
        <p:spPr>
          <a:xfrm flipH="1">
            <a:off x="1740578" y="2806650"/>
            <a:ext cx="2933400" cy="972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s"/>
              <a:t>Does anyone have any questions?</a:t>
            </a:r>
            <a:endParaRPr/>
          </a:p>
          <a:p>
            <a:pPr indent="0" lvl="0" marL="0" rtl="0" algn="r">
              <a:spcBef>
                <a:spcPts val="0"/>
              </a:spcBef>
              <a:spcAft>
                <a:spcPts val="0"/>
              </a:spcAft>
              <a:buClr>
                <a:schemeClr val="dk1"/>
              </a:buClr>
              <a:buSzPts val="1100"/>
              <a:buFont typeface="Arial"/>
              <a:buNone/>
            </a:pPr>
            <a:r>
              <a:t/>
            </a:r>
            <a:endParaRPr/>
          </a:p>
          <a:p>
            <a:pPr indent="0" lvl="0" marL="0" rtl="0" algn="r">
              <a:spcBef>
                <a:spcPts val="0"/>
              </a:spcBef>
              <a:spcAft>
                <a:spcPts val="0"/>
              </a:spcAft>
              <a:buClr>
                <a:schemeClr val="dk1"/>
              </a:buClr>
              <a:buSzPts val="1100"/>
              <a:buFont typeface="Arial"/>
              <a:buNone/>
            </a:pPr>
            <a:r>
              <a:rPr lang="es"/>
              <a:t>ivo.kostovski@gmail.com </a:t>
            </a:r>
            <a:endParaRPr/>
          </a:p>
        </p:txBody>
      </p:sp>
      <p:sp>
        <p:nvSpPr>
          <p:cNvPr id="213" name="Google Shape;213;p29"/>
          <p:cNvSpPr/>
          <p:nvPr/>
        </p:nvSpPr>
        <p:spPr>
          <a:xfrm>
            <a:off x="4411343" y="4082705"/>
            <a:ext cx="167027" cy="159511"/>
          </a:xfrm>
          <a:custGeom>
            <a:rect b="b" l="l" r="r" t="t"/>
            <a:pathLst>
              <a:path extrusionOk="0" h="37269" w="39025">
                <a:moveTo>
                  <a:pt x="4748" y="1"/>
                </a:moveTo>
                <a:cubicBezTo>
                  <a:pt x="1887" y="1"/>
                  <a:pt x="1" y="1919"/>
                  <a:pt x="1" y="4358"/>
                </a:cubicBezTo>
                <a:cubicBezTo>
                  <a:pt x="1" y="6797"/>
                  <a:pt x="1757" y="8683"/>
                  <a:pt x="4618" y="8683"/>
                </a:cubicBezTo>
                <a:lnTo>
                  <a:pt x="4748" y="8683"/>
                </a:lnTo>
                <a:cubicBezTo>
                  <a:pt x="7578" y="8683"/>
                  <a:pt x="9366" y="6797"/>
                  <a:pt x="9366" y="4358"/>
                </a:cubicBezTo>
                <a:cubicBezTo>
                  <a:pt x="9366" y="1919"/>
                  <a:pt x="7578" y="1"/>
                  <a:pt x="4748" y="1"/>
                </a:cubicBezTo>
                <a:close/>
                <a:moveTo>
                  <a:pt x="553" y="12196"/>
                </a:moveTo>
                <a:lnTo>
                  <a:pt x="553" y="37268"/>
                </a:lnTo>
                <a:lnTo>
                  <a:pt x="8813" y="37268"/>
                </a:lnTo>
                <a:lnTo>
                  <a:pt x="8813" y="12196"/>
                </a:lnTo>
                <a:close/>
                <a:moveTo>
                  <a:pt x="29398" y="11545"/>
                </a:moveTo>
                <a:cubicBezTo>
                  <a:pt x="24943" y="11545"/>
                  <a:pt x="22894" y="13984"/>
                  <a:pt x="21821" y="15740"/>
                </a:cubicBezTo>
                <a:lnTo>
                  <a:pt x="21821" y="12196"/>
                </a:lnTo>
                <a:lnTo>
                  <a:pt x="13561" y="12196"/>
                </a:lnTo>
                <a:lnTo>
                  <a:pt x="13561" y="37268"/>
                </a:lnTo>
                <a:lnTo>
                  <a:pt x="21821" y="37268"/>
                </a:lnTo>
                <a:lnTo>
                  <a:pt x="21821" y="23187"/>
                </a:lnTo>
                <a:cubicBezTo>
                  <a:pt x="21821" y="22504"/>
                  <a:pt x="21951" y="21691"/>
                  <a:pt x="22081" y="21138"/>
                </a:cubicBezTo>
                <a:cubicBezTo>
                  <a:pt x="22764" y="19675"/>
                  <a:pt x="24130" y="18179"/>
                  <a:pt x="26439" y="18179"/>
                </a:cubicBezTo>
                <a:cubicBezTo>
                  <a:pt x="29398" y="18179"/>
                  <a:pt x="30634" y="20488"/>
                  <a:pt x="30634" y="23870"/>
                </a:cubicBezTo>
                <a:lnTo>
                  <a:pt x="30634" y="37268"/>
                </a:lnTo>
                <a:lnTo>
                  <a:pt x="39024" y="37268"/>
                </a:lnTo>
                <a:lnTo>
                  <a:pt x="39024" y="22927"/>
                </a:lnTo>
                <a:cubicBezTo>
                  <a:pt x="39024" y="15187"/>
                  <a:pt x="34959" y="11545"/>
                  <a:pt x="29398" y="1154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pic>
        <p:nvPicPr>
          <p:cNvPr id="214" name="Google Shape;214;p29"/>
          <p:cNvPicPr preferRelativeResize="0"/>
          <p:nvPr/>
        </p:nvPicPr>
        <p:blipFill>
          <a:blip r:embed="rId3">
            <a:alphaModFix/>
          </a:blip>
          <a:stretch>
            <a:fillRect/>
          </a:stretch>
        </p:blipFill>
        <p:spPr>
          <a:xfrm>
            <a:off x="5367850" y="1610101"/>
            <a:ext cx="2880101" cy="25368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sometric Gradient Social Media Strategy by Slides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